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8288000" cy="10287000"/>
  <p:notesSz cx="6858000" cy="9144000"/>
  <p:embeddedFontLst>
    <p:embeddedFont>
      <p:font typeface="Poppins Heavy" panose="020B0604020202020204" charset="0"/>
      <p:regular r:id="rId13"/>
    </p:embeddedFont>
    <p:embeddedFont>
      <p:font typeface="Poppins Ultra-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Poppins" panose="020B0604020202020204" charset="0"/>
      <p:regular r:id="rId19"/>
    </p:embeddedFont>
    <p:embeddedFont>
      <p:font typeface="Inter Heavy" panose="020B0604020202020204" charset="0"/>
      <p:regular r:id="rId20"/>
    </p:embeddedFont>
    <p:embeddedFont>
      <p:font typeface="Poppins Semi-Bold" panose="020B0604020202020204" charset="0"/>
      <p:regular r:id="rId21"/>
    </p:embeddedFont>
    <p:embeddedFont>
      <p:font typeface="Raleway Light" pitchFamily="2" charset="0"/>
      <p:regular r:id="rId22"/>
      <p:italic r:id="rId23"/>
    </p:embeddedFont>
    <p:embeddedFont>
      <p:font typeface="Poppins Light" panose="020B0604020202020204" charset="0"/>
      <p:regular r:id="rId24"/>
    </p:embeddedFont>
    <p:embeddedFont>
      <p:font typeface="Poppins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9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7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8.sv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0.svg"/><Relationship Id="rId4" Type="http://schemas.openxmlformats.org/officeDocument/2006/relationships/image" Target="../media/image14.png"/><Relationship Id="rId9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4.sv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sv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230572">
            <a:off x="-190365" y="4201289"/>
            <a:ext cx="5912670" cy="5912670"/>
          </a:xfrm>
          <a:custGeom>
            <a:avLst/>
            <a:gdLst/>
            <a:ahLst/>
            <a:cxnLst/>
            <a:rect l="l" t="t" r="r" b="b"/>
            <a:pathLst>
              <a:path w="5912670" h="5912670">
                <a:moveTo>
                  <a:pt x="0" y="0"/>
                </a:moveTo>
                <a:lnTo>
                  <a:pt x="5912671" y="0"/>
                </a:lnTo>
                <a:lnTo>
                  <a:pt x="5912671" y="5912671"/>
                </a:lnTo>
                <a:lnTo>
                  <a:pt x="0" y="5912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439019">
            <a:off x="13216741" y="4865704"/>
            <a:ext cx="4749287" cy="4701983"/>
          </a:xfrm>
          <a:custGeom>
            <a:avLst/>
            <a:gdLst/>
            <a:ahLst/>
            <a:cxnLst/>
            <a:rect l="l" t="t" r="r" b="b"/>
            <a:pathLst>
              <a:path w="4749287" h="4701983">
                <a:moveTo>
                  <a:pt x="0" y="0"/>
                </a:moveTo>
                <a:lnTo>
                  <a:pt x="4749286" y="0"/>
                </a:lnTo>
                <a:lnTo>
                  <a:pt x="4749286" y="4701983"/>
                </a:lnTo>
                <a:lnTo>
                  <a:pt x="0" y="4701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50641" y="213853"/>
            <a:ext cx="1832349" cy="1629693"/>
          </a:xfrm>
          <a:custGeom>
            <a:avLst/>
            <a:gdLst/>
            <a:ahLst/>
            <a:cxnLst/>
            <a:rect l="l" t="t" r="r" b="b"/>
            <a:pathLst>
              <a:path w="1832349" h="1629693">
                <a:moveTo>
                  <a:pt x="0" y="0"/>
                </a:moveTo>
                <a:lnTo>
                  <a:pt x="1832350" y="0"/>
                </a:lnTo>
                <a:lnTo>
                  <a:pt x="1832350" y="1629694"/>
                </a:lnTo>
                <a:lnTo>
                  <a:pt x="0" y="1629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61249" y="213853"/>
            <a:ext cx="996103" cy="1270945"/>
          </a:xfrm>
          <a:custGeom>
            <a:avLst/>
            <a:gdLst/>
            <a:ahLst/>
            <a:cxnLst/>
            <a:rect l="l" t="t" r="r" b="b"/>
            <a:pathLst>
              <a:path w="996103" h="1270945">
                <a:moveTo>
                  <a:pt x="0" y="0"/>
                </a:moveTo>
                <a:lnTo>
                  <a:pt x="996102" y="0"/>
                </a:lnTo>
                <a:lnTo>
                  <a:pt x="996102" y="1270945"/>
                </a:lnTo>
                <a:lnTo>
                  <a:pt x="0" y="12709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3" b="-5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300979" y="582295"/>
            <a:ext cx="7686041" cy="7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FA95AE"/>
                </a:solidFill>
                <a:latin typeface="Inter Heavy"/>
                <a:ea typeface="Inter Heavy"/>
                <a:cs typeface="Inter Heavy"/>
                <a:sym typeface="Inter Heavy"/>
              </a:rPr>
              <a:t>PROJECT 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44333" y="2749003"/>
            <a:ext cx="9799334" cy="1036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9"/>
              </a:lnSpc>
              <a:spcBef>
                <a:spcPct val="0"/>
              </a:spcBef>
            </a:pPr>
            <a:r>
              <a:rPr lang="en-US" sz="5699" b="1">
                <a:solidFill>
                  <a:srgbClr val="F8F9F0"/>
                </a:solidFill>
                <a:latin typeface="Poppins Heavy"/>
                <a:ea typeface="Poppins Heavy"/>
                <a:cs typeface="Poppins Heavy"/>
                <a:sym typeface="Poppins Heavy"/>
              </a:rPr>
              <a:t>PRASO CLOTHING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86312" y="3875485"/>
            <a:ext cx="8715375" cy="398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8F9F0"/>
                </a:solidFill>
                <a:latin typeface="Raleway Light"/>
                <a:ea typeface="Raleway Light"/>
                <a:cs typeface="Raleway Light"/>
                <a:sym typeface="Raleway Light"/>
              </a:rPr>
              <a:t>A Modern Clothing Brand with Personalized Shopping Experience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20112" y="5155542"/>
            <a:ext cx="2447776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F8F9F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Presented By: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85149" y="7109440"/>
            <a:ext cx="3517702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F8F9F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 the Guidance Of: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20112" y="5866367"/>
            <a:ext cx="2470993" cy="8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8F9F0"/>
                </a:solidFill>
                <a:latin typeface="Poppins Light"/>
                <a:ea typeface="Poppins Light"/>
                <a:cs typeface="Poppins Light"/>
                <a:sym typeface="Poppins Light"/>
              </a:rPr>
              <a:t>Jay Patel – B031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8F9F0"/>
                </a:solidFill>
                <a:latin typeface="Poppins Light"/>
                <a:ea typeface="Poppins Light"/>
                <a:cs typeface="Poppins Light"/>
                <a:sym typeface="Poppins Light"/>
              </a:rPr>
              <a:t>Raj Patel – B032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60419" y="7819370"/>
            <a:ext cx="2767161" cy="45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8F9F0"/>
                </a:solidFill>
                <a:latin typeface="Poppins"/>
                <a:ea typeface="Poppins"/>
                <a:cs typeface="Poppins"/>
                <a:sym typeface="Poppins"/>
              </a:rPr>
              <a:t>Mrs. Rupali Pawar</a:t>
            </a:r>
          </a:p>
        </p:txBody>
      </p:sp>
      <p:sp>
        <p:nvSpPr>
          <p:cNvPr id="14" name="AutoShape 132"/>
          <p:cNvSpPr/>
          <p:nvPr/>
        </p:nvSpPr>
        <p:spPr>
          <a:xfrm flipV="1">
            <a:off x="7010400" y="1379856"/>
            <a:ext cx="4161069" cy="0"/>
          </a:xfrm>
          <a:prstGeom prst="line">
            <a:avLst/>
          </a:prstGeom>
          <a:ln w="38100" cap="flat">
            <a:gradFill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83988" y="5006106"/>
            <a:ext cx="3925171" cy="392517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6225" b="-2724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983988" y="8931277"/>
            <a:ext cx="3925171" cy="449400"/>
            <a:chOff x="0" y="0"/>
            <a:chExt cx="861222" cy="986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1222" cy="98603"/>
            </a:xfrm>
            <a:custGeom>
              <a:avLst/>
              <a:gdLst/>
              <a:ahLst/>
              <a:cxnLst/>
              <a:rect l="l" t="t" r="r" b="b"/>
              <a:pathLst>
                <a:path w="861222" h="98603">
                  <a:moveTo>
                    <a:pt x="0" y="0"/>
                  </a:moveTo>
                  <a:lnTo>
                    <a:pt x="861222" y="0"/>
                  </a:lnTo>
                  <a:lnTo>
                    <a:pt x="861222" y="98603"/>
                  </a:lnTo>
                  <a:lnTo>
                    <a:pt x="0" y="9860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861222" cy="174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6388810" y="6163498"/>
            <a:ext cx="3157585" cy="955169"/>
          </a:xfrm>
          <a:custGeom>
            <a:avLst/>
            <a:gdLst/>
            <a:ahLst/>
            <a:cxnLst/>
            <a:rect l="l" t="t" r="r" b="b"/>
            <a:pathLst>
              <a:path w="3157585" h="955169">
                <a:moveTo>
                  <a:pt x="0" y="0"/>
                </a:moveTo>
                <a:lnTo>
                  <a:pt x="3157585" y="0"/>
                </a:lnTo>
                <a:lnTo>
                  <a:pt x="3157585" y="955169"/>
                </a:lnTo>
                <a:lnTo>
                  <a:pt x="0" y="9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103106" y="9013802"/>
            <a:ext cx="324972" cy="284350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-33680" y="-8369"/>
              <a:ext cx="854946" cy="719569"/>
            </a:xfrm>
            <a:custGeom>
              <a:avLst/>
              <a:gdLst/>
              <a:ahLst/>
              <a:cxnLst/>
              <a:rect l="l" t="t" r="r" b="b"/>
              <a:pathLst>
                <a:path w="854946" h="719569">
                  <a:moveTo>
                    <a:pt x="65903" y="121927"/>
                  </a:moveTo>
                  <a:cubicBezTo>
                    <a:pt x="0" y="230500"/>
                    <a:pt x="46429" y="336178"/>
                    <a:pt x="104776" y="392266"/>
                  </a:cubicBezTo>
                  <a:lnTo>
                    <a:pt x="445927" y="719569"/>
                  </a:lnTo>
                  <a:lnTo>
                    <a:pt x="779877" y="393436"/>
                  </a:lnTo>
                  <a:cubicBezTo>
                    <a:pt x="834145" y="333099"/>
                    <a:pt x="854946" y="269099"/>
                    <a:pt x="843393" y="197834"/>
                  </a:cubicBezTo>
                  <a:cubicBezTo>
                    <a:pt x="827435" y="99251"/>
                    <a:pt x="746197" y="22767"/>
                    <a:pt x="645842" y="11845"/>
                  </a:cubicBezTo>
                  <a:cubicBezTo>
                    <a:pt x="584292" y="5218"/>
                    <a:pt x="524835" y="22636"/>
                    <a:pt x="478430" y="61198"/>
                  </a:cubicBezTo>
                  <a:cubicBezTo>
                    <a:pt x="465940" y="71573"/>
                    <a:pt x="454776" y="83173"/>
                    <a:pt x="445047" y="95780"/>
                  </a:cubicBezTo>
                  <a:cubicBezTo>
                    <a:pt x="433503" y="81425"/>
                    <a:pt x="419967" y="68294"/>
                    <a:pt x="404657" y="56657"/>
                  </a:cubicBezTo>
                  <a:cubicBezTo>
                    <a:pt x="351294" y="16102"/>
                    <a:pt x="283367" y="0"/>
                    <a:pt x="218120" y="12523"/>
                  </a:cubicBezTo>
                  <a:cubicBezTo>
                    <a:pt x="156323" y="24461"/>
                    <a:pt x="100853" y="64323"/>
                    <a:pt x="65903" y="121927"/>
                  </a:cubicBezTo>
                  <a:close/>
                </a:path>
              </a:pathLst>
            </a:custGeom>
            <a:solidFill>
              <a:srgbClr val="EF3A5D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-25400"/>
              <a:ext cx="660400" cy="60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528974" y="9013802"/>
            <a:ext cx="279697" cy="284350"/>
          </a:xfrm>
          <a:custGeom>
            <a:avLst/>
            <a:gdLst/>
            <a:ahLst/>
            <a:cxnLst/>
            <a:rect l="l" t="t" r="r" b="b"/>
            <a:pathLst>
              <a:path w="279697" h="284350">
                <a:moveTo>
                  <a:pt x="0" y="0"/>
                </a:moveTo>
                <a:lnTo>
                  <a:pt x="279697" y="0"/>
                </a:lnTo>
                <a:lnTo>
                  <a:pt x="279697" y="284350"/>
                </a:lnTo>
                <a:lnTo>
                  <a:pt x="0" y="28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913446" y="9013802"/>
            <a:ext cx="310920" cy="284350"/>
          </a:xfrm>
          <a:custGeom>
            <a:avLst/>
            <a:gdLst/>
            <a:ahLst/>
            <a:cxnLst/>
            <a:rect l="l" t="t" r="r" b="b"/>
            <a:pathLst>
              <a:path w="310920" h="284350">
                <a:moveTo>
                  <a:pt x="0" y="0"/>
                </a:moveTo>
                <a:lnTo>
                  <a:pt x="310920" y="0"/>
                </a:lnTo>
                <a:lnTo>
                  <a:pt x="310920" y="284350"/>
                </a:lnTo>
                <a:lnTo>
                  <a:pt x="0" y="2843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83988" y="4407880"/>
            <a:ext cx="3925171" cy="598226"/>
          </a:xfrm>
          <a:custGeom>
            <a:avLst/>
            <a:gdLst/>
            <a:ahLst/>
            <a:cxnLst/>
            <a:rect l="l" t="t" r="r" b="b"/>
            <a:pathLst>
              <a:path w="3925171" h="598226">
                <a:moveTo>
                  <a:pt x="0" y="0"/>
                </a:moveTo>
                <a:lnTo>
                  <a:pt x="3925171" y="0"/>
                </a:lnTo>
                <a:lnTo>
                  <a:pt x="3925171" y="598226"/>
                </a:lnTo>
                <a:lnTo>
                  <a:pt x="0" y="5982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950" r="-1950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022645" y="5143500"/>
            <a:ext cx="6357927" cy="3647861"/>
          </a:xfrm>
          <a:custGeom>
            <a:avLst/>
            <a:gdLst/>
            <a:ahLst/>
            <a:cxnLst/>
            <a:rect l="l" t="t" r="r" b="b"/>
            <a:pathLst>
              <a:path w="6357927" h="3647861">
                <a:moveTo>
                  <a:pt x="0" y="0"/>
                </a:moveTo>
                <a:lnTo>
                  <a:pt x="6357928" y="0"/>
                </a:lnTo>
                <a:lnTo>
                  <a:pt x="6357928" y="3647861"/>
                </a:lnTo>
                <a:lnTo>
                  <a:pt x="0" y="36478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792747" y="5418829"/>
            <a:ext cx="4817723" cy="3097202"/>
          </a:xfrm>
          <a:custGeom>
            <a:avLst/>
            <a:gdLst/>
            <a:ahLst/>
            <a:cxnLst/>
            <a:rect l="l" t="t" r="r" b="b"/>
            <a:pathLst>
              <a:path w="4817723" h="3097202">
                <a:moveTo>
                  <a:pt x="0" y="0"/>
                </a:moveTo>
                <a:lnTo>
                  <a:pt x="4817724" y="0"/>
                </a:lnTo>
                <a:lnTo>
                  <a:pt x="4817724" y="3097202"/>
                </a:lnTo>
                <a:lnTo>
                  <a:pt x="0" y="30972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09" r="-33075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5369720" y="8990716"/>
            <a:ext cx="344516" cy="330521"/>
          </a:xfrm>
          <a:custGeom>
            <a:avLst/>
            <a:gdLst/>
            <a:ahLst/>
            <a:cxnLst/>
            <a:rect l="l" t="t" r="r" b="b"/>
            <a:pathLst>
              <a:path w="344516" h="330521">
                <a:moveTo>
                  <a:pt x="0" y="0"/>
                </a:moveTo>
                <a:lnTo>
                  <a:pt x="344516" y="0"/>
                </a:lnTo>
                <a:lnTo>
                  <a:pt x="344516" y="330522"/>
                </a:lnTo>
                <a:lnTo>
                  <a:pt x="0" y="3305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300979" y="591820"/>
            <a:ext cx="7686041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FA95AE"/>
                </a:solidFill>
                <a:latin typeface="Inter Heavy"/>
                <a:ea typeface="Inter Heavy"/>
                <a:cs typeface="Inter Heavy"/>
                <a:sym typeface="Inter Heavy"/>
              </a:rPr>
              <a:t>MOTIVE OF THE PROJECT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1884659"/>
            <a:ext cx="16230600" cy="1875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24"/>
              </a:lnSpc>
              <a:spcBef>
                <a:spcPct val="0"/>
              </a:spcBef>
            </a:pPr>
            <a:r>
              <a:rPr lang="en-US" sz="266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PRASO was initially operating only through Instagram, where we helped design their T-shirt collections.</a:t>
            </a:r>
          </a:p>
          <a:p>
            <a:pPr algn="just">
              <a:lnSpc>
                <a:spcPts val="3724"/>
              </a:lnSpc>
              <a:spcBef>
                <a:spcPct val="0"/>
              </a:spcBef>
            </a:pPr>
            <a:r>
              <a:rPr lang="en-US" sz="266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As their designs started gaining attention, the need to scale and reach a wider audience became clear.</a:t>
            </a:r>
          </a:p>
        </p:txBody>
      </p:sp>
      <p:sp>
        <p:nvSpPr>
          <p:cNvPr id="20" name="AutoShape 132"/>
          <p:cNvSpPr/>
          <p:nvPr/>
        </p:nvSpPr>
        <p:spPr>
          <a:xfrm flipV="1">
            <a:off x="7162800" y="1355681"/>
            <a:ext cx="4161069" cy="0"/>
          </a:xfrm>
          <a:prstGeom prst="line">
            <a:avLst/>
          </a:prstGeom>
          <a:ln w="38100" cap="flat">
            <a:gradFill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2840349" y="6849735"/>
            <a:ext cx="4418951" cy="3824401"/>
          </a:xfrm>
          <a:custGeom>
            <a:avLst/>
            <a:gdLst/>
            <a:ahLst/>
            <a:cxnLst/>
            <a:rect l="l" t="t" r="r" b="b"/>
            <a:pathLst>
              <a:path w="4418951" h="3824401">
                <a:moveTo>
                  <a:pt x="0" y="0"/>
                </a:moveTo>
                <a:lnTo>
                  <a:pt x="4418951" y="0"/>
                </a:lnTo>
                <a:lnTo>
                  <a:pt x="4418951" y="3824401"/>
                </a:lnTo>
                <a:lnTo>
                  <a:pt x="0" y="3824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973264" y="7708225"/>
            <a:ext cx="747177" cy="1053711"/>
          </a:xfrm>
          <a:custGeom>
            <a:avLst/>
            <a:gdLst/>
            <a:ahLst/>
            <a:cxnLst/>
            <a:rect l="l" t="t" r="r" b="b"/>
            <a:pathLst>
              <a:path w="747177" h="1053711">
                <a:moveTo>
                  <a:pt x="0" y="0"/>
                </a:moveTo>
                <a:lnTo>
                  <a:pt x="747177" y="0"/>
                </a:lnTo>
                <a:lnTo>
                  <a:pt x="747177" y="1053710"/>
                </a:lnTo>
                <a:lnTo>
                  <a:pt x="0" y="1053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840349" y="8361247"/>
            <a:ext cx="1132916" cy="1132916"/>
          </a:xfrm>
          <a:custGeom>
            <a:avLst/>
            <a:gdLst/>
            <a:ahLst/>
            <a:cxnLst/>
            <a:rect l="l" t="t" r="r" b="b"/>
            <a:pathLst>
              <a:path w="1132916" h="1132916">
                <a:moveTo>
                  <a:pt x="0" y="0"/>
                </a:moveTo>
                <a:lnTo>
                  <a:pt x="1132915" y="0"/>
                </a:lnTo>
                <a:lnTo>
                  <a:pt x="1132915" y="1132916"/>
                </a:lnTo>
                <a:lnTo>
                  <a:pt x="0" y="11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87278" y="6849735"/>
            <a:ext cx="913066" cy="1143118"/>
          </a:xfrm>
          <a:custGeom>
            <a:avLst/>
            <a:gdLst/>
            <a:ahLst/>
            <a:cxnLst/>
            <a:rect l="l" t="t" r="r" b="b"/>
            <a:pathLst>
              <a:path w="913066" h="1143118">
                <a:moveTo>
                  <a:pt x="0" y="0"/>
                </a:moveTo>
                <a:lnTo>
                  <a:pt x="913066" y="0"/>
                </a:lnTo>
                <a:lnTo>
                  <a:pt x="913066" y="1143118"/>
                </a:lnTo>
                <a:lnTo>
                  <a:pt x="0" y="11431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707139"/>
            <a:ext cx="14315111" cy="4675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24"/>
              </a:lnSpc>
              <a:spcBef>
                <a:spcPct val="0"/>
              </a:spcBef>
            </a:pPr>
            <a:r>
              <a:rPr lang="en-US" sz="266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 Semester 1, We built a static single-page website. It gave us a foundation in basic HTML, CSS, and layout structure.</a:t>
            </a:r>
          </a:p>
          <a:p>
            <a:pPr algn="just">
              <a:lnSpc>
                <a:spcPts val="3724"/>
              </a:lnSpc>
              <a:spcBef>
                <a:spcPct val="0"/>
              </a:spcBef>
            </a:pPr>
            <a:endParaRPr lang="en-US" sz="266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724"/>
              </a:lnSpc>
              <a:spcBef>
                <a:spcPct val="0"/>
              </a:spcBef>
            </a:pPr>
            <a:r>
              <a:rPr lang="en-US" sz="2660" b="1" dirty="0" smtClean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▪️ </a:t>
            </a:r>
            <a:r>
              <a:rPr lang="en-US" sz="266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With this project, We moved a step ahead by:</a:t>
            </a:r>
          </a:p>
          <a:p>
            <a:pPr algn="just">
              <a:lnSpc>
                <a:spcPts val="3724"/>
              </a:lnSpc>
              <a:spcBef>
                <a:spcPct val="0"/>
              </a:spcBef>
            </a:pPr>
            <a:r>
              <a:rPr lang="en-US" sz="266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→ Working in a team for the first time on a real brand</a:t>
            </a:r>
          </a:p>
          <a:p>
            <a:pPr algn="just">
              <a:lnSpc>
                <a:spcPts val="3724"/>
              </a:lnSpc>
              <a:spcBef>
                <a:spcPct val="0"/>
              </a:spcBef>
            </a:pPr>
            <a:r>
              <a:rPr lang="en-US" sz="266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→ Understanding project management, task distribution &amp; deadlines</a:t>
            </a:r>
          </a:p>
          <a:p>
            <a:pPr algn="just">
              <a:lnSpc>
                <a:spcPts val="3724"/>
              </a:lnSpc>
              <a:spcBef>
                <a:spcPct val="0"/>
              </a:spcBef>
            </a:pPr>
            <a:r>
              <a:rPr lang="en-US" sz="266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→ Learning how to communicate and collaborate effectively</a:t>
            </a:r>
          </a:p>
          <a:p>
            <a:pPr algn="just">
              <a:lnSpc>
                <a:spcPts val="3724"/>
              </a:lnSpc>
              <a:spcBef>
                <a:spcPct val="0"/>
              </a:spcBef>
            </a:pPr>
            <a:endParaRPr lang="en-US" sz="266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724"/>
              </a:lnSpc>
              <a:spcBef>
                <a:spcPct val="0"/>
              </a:spcBef>
            </a:pPr>
            <a:r>
              <a:rPr lang="en-US" sz="266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▪️ We realized how different it feels to work on a live project that will actually be used by people.</a:t>
            </a:r>
          </a:p>
        </p:txBody>
      </p:sp>
      <p:sp>
        <p:nvSpPr>
          <p:cNvPr id="8" name="Freeform 8"/>
          <p:cNvSpPr/>
          <p:nvPr/>
        </p:nvSpPr>
        <p:spPr>
          <a:xfrm>
            <a:off x="15966369" y="5964399"/>
            <a:ext cx="1129838" cy="1090808"/>
          </a:xfrm>
          <a:custGeom>
            <a:avLst/>
            <a:gdLst/>
            <a:ahLst/>
            <a:cxnLst/>
            <a:rect l="l" t="t" r="r" b="b"/>
            <a:pathLst>
              <a:path w="1129838" h="1090808">
                <a:moveTo>
                  <a:pt x="0" y="0"/>
                </a:moveTo>
                <a:lnTo>
                  <a:pt x="1129839" y="0"/>
                </a:lnTo>
                <a:lnTo>
                  <a:pt x="1129839" y="1090808"/>
                </a:lnTo>
                <a:lnTo>
                  <a:pt x="0" y="10908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300979" y="591820"/>
            <a:ext cx="7686041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 dirty="0">
                <a:solidFill>
                  <a:srgbClr val="FA95AE"/>
                </a:solidFill>
                <a:latin typeface="Inter Heavy"/>
                <a:ea typeface="Inter Heavy"/>
                <a:cs typeface="Inter Heavy"/>
                <a:sym typeface="Inter Heavy"/>
              </a:rPr>
              <a:t>WHAT WE LEARNED</a:t>
            </a:r>
          </a:p>
        </p:txBody>
      </p:sp>
      <p:sp>
        <p:nvSpPr>
          <p:cNvPr id="10" name="AutoShape 132"/>
          <p:cNvSpPr/>
          <p:nvPr/>
        </p:nvSpPr>
        <p:spPr>
          <a:xfrm flipV="1">
            <a:off x="7010400" y="1313816"/>
            <a:ext cx="4161069" cy="0"/>
          </a:xfrm>
          <a:prstGeom prst="line">
            <a:avLst/>
          </a:prstGeom>
          <a:ln w="38100" cap="flat">
            <a:gradFill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6737988" y="1398905"/>
            <a:ext cx="4708975" cy="0"/>
          </a:xfrm>
          <a:prstGeom prst="line">
            <a:avLst/>
          </a:prstGeom>
          <a:ln w="38100" cap="flat">
            <a:solidFill>
              <a:srgbClr val="F8F9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4144550" y="7591581"/>
            <a:ext cx="1083395" cy="1508525"/>
          </a:xfrm>
          <a:custGeom>
            <a:avLst/>
            <a:gdLst/>
            <a:ahLst/>
            <a:cxnLst/>
            <a:rect l="l" t="t" r="r" b="b"/>
            <a:pathLst>
              <a:path w="1083395" h="1508525">
                <a:moveTo>
                  <a:pt x="0" y="0"/>
                </a:moveTo>
                <a:lnTo>
                  <a:pt x="1083395" y="0"/>
                </a:lnTo>
                <a:lnTo>
                  <a:pt x="1083395" y="1508525"/>
                </a:lnTo>
                <a:lnTo>
                  <a:pt x="0" y="1508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062057" y="7653552"/>
            <a:ext cx="1341997" cy="1295637"/>
          </a:xfrm>
          <a:custGeom>
            <a:avLst/>
            <a:gdLst/>
            <a:ahLst/>
            <a:cxnLst/>
            <a:rect l="l" t="t" r="r" b="b"/>
            <a:pathLst>
              <a:path w="1341997" h="1295637">
                <a:moveTo>
                  <a:pt x="0" y="0"/>
                </a:moveTo>
                <a:lnTo>
                  <a:pt x="1341996" y="0"/>
                </a:lnTo>
                <a:lnTo>
                  <a:pt x="1341996" y="1295637"/>
                </a:lnTo>
                <a:lnTo>
                  <a:pt x="0" y="129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949735" y="7502635"/>
            <a:ext cx="1597472" cy="1597472"/>
          </a:xfrm>
          <a:custGeom>
            <a:avLst/>
            <a:gdLst/>
            <a:ahLst/>
            <a:cxnLst/>
            <a:rect l="l" t="t" r="r" b="b"/>
            <a:pathLst>
              <a:path w="1597472" h="1597472">
                <a:moveTo>
                  <a:pt x="0" y="0"/>
                </a:moveTo>
                <a:lnTo>
                  <a:pt x="1597472" y="0"/>
                </a:lnTo>
                <a:lnTo>
                  <a:pt x="1597472" y="1597471"/>
                </a:lnTo>
                <a:lnTo>
                  <a:pt x="0" y="15974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300979" y="591820"/>
            <a:ext cx="7686041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FA95AE"/>
                </a:solidFill>
                <a:latin typeface="Inter Heavy"/>
                <a:ea typeface="Inter Heavy"/>
                <a:cs typeface="Inter Heavy"/>
                <a:sym typeface="Inter Heavy"/>
              </a:rPr>
              <a:t>WHAT WE LEARNED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080372"/>
            <a:ext cx="15479464" cy="3742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66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Implemented multiple backend features like:</a:t>
            </a:r>
          </a:p>
          <a:p>
            <a:pPr algn="l">
              <a:lnSpc>
                <a:spcPts val="3724"/>
              </a:lnSpc>
            </a:pPr>
            <a:r>
              <a:rPr lang="en-US" sz="266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→ User Authentication</a:t>
            </a:r>
          </a:p>
          <a:p>
            <a:pPr algn="l">
              <a:lnSpc>
                <a:spcPts val="3724"/>
              </a:lnSpc>
            </a:pPr>
            <a:r>
              <a:rPr lang="en-US" sz="266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→ Cart System with Context</a:t>
            </a:r>
          </a:p>
          <a:p>
            <a:pPr algn="l">
              <a:lnSpc>
                <a:spcPts val="3724"/>
              </a:lnSpc>
            </a:pPr>
            <a:r>
              <a:rPr lang="en-US" sz="266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→ User Profile Handling</a:t>
            </a:r>
          </a:p>
          <a:p>
            <a:pPr algn="l">
              <a:lnSpc>
                <a:spcPts val="3724"/>
              </a:lnSpc>
            </a:pPr>
            <a:endParaRPr lang="en-US" sz="266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724"/>
              </a:lnSpc>
            </a:pPr>
            <a:r>
              <a:rPr lang="en-US" sz="266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▪️ Integrated animations and effects using Framer Motion &amp; CSS</a:t>
            </a:r>
          </a:p>
          <a:p>
            <a:pPr algn="l">
              <a:lnSpc>
                <a:spcPts val="3724"/>
              </a:lnSpc>
              <a:spcBef>
                <a:spcPct val="0"/>
              </a:spcBef>
            </a:pPr>
            <a:r>
              <a:rPr lang="en-US" sz="266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▪️ Learned how to maintain code structure in a team project and manage version control</a:t>
            </a:r>
          </a:p>
          <a:p>
            <a:pPr algn="l">
              <a:lnSpc>
                <a:spcPts val="3724"/>
              </a:lnSpc>
              <a:spcBef>
                <a:spcPct val="0"/>
              </a:spcBef>
            </a:pPr>
            <a:r>
              <a:rPr lang="en-US" sz="266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▪️ Gained confidence in building real-world web apps beyond just static pages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94941" y="9248139"/>
            <a:ext cx="1382613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Firebase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22214" y="9191625"/>
            <a:ext cx="1206785" cy="457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Notion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62057" y="9191625"/>
            <a:ext cx="1418034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Backend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807535" y="8364894"/>
            <a:ext cx="3994193" cy="0"/>
          </a:xfrm>
          <a:prstGeom prst="line">
            <a:avLst/>
          </a:prstGeom>
          <a:ln w="38100" cap="flat">
            <a:solidFill>
              <a:srgbClr val="F8F9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9661228" y="8364894"/>
            <a:ext cx="3994193" cy="0"/>
          </a:xfrm>
          <a:prstGeom prst="line">
            <a:avLst/>
          </a:prstGeom>
          <a:ln w="38100" cap="flat">
            <a:solidFill>
              <a:srgbClr val="F8F9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4052738" y="7719889"/>
            <a:ext cx="3210371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Task Managements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15377" y="7719889"/>
            <a:ext cx="2797373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Backend Storage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6737988" y="1398905"/>
            <a:ext cx="4708975" cy="0"/>
          </a:xfrm>
          <a:prstGeom prst="line">
            <a:avLst/>
          </a:prstGeom>
          <a:ln w="38100" cap="flat">
            <a:gradFill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6861794" y="2861294"/>
            <a:ext cx="4564412" cy="456441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771994" y="3771494"/>
            <a:ext cx="2744011" cy="274401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300979" y="563245"/>
            <a:ext cx="7686041" cy="750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FA95AE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 Of Praso Clothing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271099" y="5143500"/>
            <a:ext cx="1618819" cy="0"/>
          </a:xfrm>
          <a:prstGeom prst="line">
            <a:avLst/>
          </a:prstGeom>
          <a:ln w="295275" cap="flat">
            <a:solidFill>
              <a:srgbClr val="12121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V="1">
            <a:off x="9144000" y="2510538"/>
            <a:ext cx="0" cy="1618819"/>
          </a:xfrm>
          <a:prstGeom prst="line">
            <a:avLst/>
          </a:prstGeom>
          <a:ln w="295275" cap="flat">
            <a:solidFill>
              <a:srgbClr val="12121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6587827" y="5143500"/>
            <a:ext cx="1618819" cy="0"/>
          </a:xfrm>
          <a:prstGeom prst="line">
            <a:avLst/>
          </a:prstGeom>
          <a:ln w="295275" cap="flat">
            <a:solidFill>
              <a:srgbClr val="12121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9144000" y="6135825"/>
            <a:ext cx="0" cy="1618819"/>
          </a:xfrm>
          <a:prstGeom prst="line">
            <a:avLst/>
          </a:prstGeom>
          <a:ln w="295275" cap="flat">
            <a:solidFill>
              <a:srgbClr val="12121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7664540" y="3514114"/>
            <a:ext cx="214908" cy="80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151617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52816" y="3448733"/>
            <a:ext cx="326380" cy="80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151617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43142" y="5910263"/>
            <a:ext cx="345728" cy="80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151617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78518" y="5910263"/>
            <a:ext cx="386953" cy="80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151617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60894" y="3165235"/>
            <a:ext cx="2933964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A95AE"/>
                </a:solidFill>
                <a:latin typeface="Poppins Bold"/>
                <a:ea typeface="Poppins Bold"/>
                <a:cs typeface="Poppins Bold"/>
                <a:sym typeface="Poppins Bold"/>
              </a:rPr>
              <a:t>Home Page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43131" y="3769294"/>
            <a:ext cx="4118663" cy="8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Hero section, countdown, and AI chatbot.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46963" y="3044851"/>
            <a:ext cx="136559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A95AE"/>
                </a:solidFill>
                <a:latin typeface="Poppins Bold"/>
                <a:ea typeface="Poppins Bold"/>
                <a:cs typeface="Poppins Bold"/>
                <a:sym typeface="Poppins Bold"/>
              </a:rPr>
              <a:t>Shop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97250" y="3603902"/>
            <a:ext cx="4118663" cy="132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Huge Product Catalog and designs to choose from.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48900" y="5461086"/>
            <a:ext cx="2013459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A95AE"/>
                </a:solidFill>
                <a:latin typeface="Poppins Bold"/>
                <a:ea typeface="Poppins Bold"/>
                <a:cs typeface="Poppins Bold"/>
                <a:sym typeface="Poppins Bold"/>
              </a:rPr>
              <a:t>About Us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618007" y="6008689"/>
            <a:ext cx="4118663" cy="132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Founders’ story, reviews, and trust-building content.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743131" y="5569405"/>
            <a:ext cx="4118663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A95AE"/>
                </a:solidFill>
                <a:latin typeface="Poppins Bold"/>
                <a:ea typeface="Poppins Bold"/>
                <a:cs typeface="Poppins Bold"/>
                <a:sym typeface="Poppins Bold"/>
              </a:rPr>
              <a:t>Rewards &amp; Contact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43131" y="6126300"/>
            <a:ext cx="4118663" cy="8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Daily bonuses, discounts, and responsive support.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6737988" y="1398905"/>
            <a:ext cx="4708975" cy="0"/>
          </a:xfrm>
          <a:prstGeom prst="line">
            <a:avLst/>
          </a:prstGeom>
          <a:ln w="38100" cap="flat">
            <a:gradFill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9298162" y="2604124"/>
            <a:ext cx="7612292" cy="2453651"/>
            <a:chOff x="0" y="0"/>
            <a:chExt cx="2004883" cy="6462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04883" cy="646229"/>
            </a:xfrm>
            <a:custGeom>
              <a:avLst/>
              <a:gdLst/>
              <a:ahLst/>
              <a:cxnLst/>
              <a:rect l="l" t="t" r="r" b="b"/>
              <a:pathLst>
                <a:path w="2004883" h="646229">
                  <a:moveTo>
                    <a:pt x="0" y="0"/>
                  </a:moveTo>
                  <a:lnTo>
                    <a:pt x="2004883" y="0"/>
                  </a:lnTo>
                  <a:lnTo>
                    <a:pt x="2004883" y="646229"/>
                  </a:lnTo>
                  <a:lnTo>
                    <a:pt x="0" y="646229"/>
                  </a:ln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2004883" cy="722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5400000" flipV="1">
            <a:off x="16621480" y="751112"/>
            <a:ext cx="2104554" cy="2104554"/>
          </a:xfrm>
          <a:custGeom>
            <a:avLst/>
            <a:gdLst/>
            <a:ahLst/>
            <a:cxnLst/>
            <a:rect l="l" t="t" r="r" b="b"/>
            <a:pathLst>
              <a:path w="2104554" h="2104554">
                <a:moveTo>
                  <a:pt x="0" y="2104554"/>
                </a:moveTo>
                <a:lnTo>
                  <a:pt x="2104554" y="2104554"/>
                </a:lnTo>
                <a:lnTo>
                  <a:pt x="2104554" y="0"/>
                </a:lnTo>
                <a:lnTo>
                  <a:pt x="0" y="0"/>
                </a:lnTo>
                <a:lnTo>
                  <a:pt x="0" y="21045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377547" y="2604124"/>
            <a:ext cx="7612292" cy="2453651"/>
            <a:chOff x="0" y="0"/>
            <a:chExt cx="2004883" cy="6462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04883" cy="646229"/>
            </a:xfrm>
            <a:custGeom>
              <a:avLst/>
              <a:gdLst/>
              <a:ahLst/>
              <a:cxnLst/>
              <a:rect l="l" t="t" r="r" b="b"/>
              <a:pathLst>
                <a:path w="2004883" h="646229">
                  <a:moveTo>
                    <a:pt x="0" y="0"/>
                  </a:moveTo>
                  <a:lnTo>
                    <a:pt x="2004883" y="0"/>
                  </a:lnTo>
                  <a:lnTo>
                    <a:pt x="2004883" y="646229"/>
                  </a:lnTo>
                  <a:lnTo>
                    <a:pt x="0" y="646229"/>
                  </a:ln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2004883" cy="722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98162" y="5417453"/>
            <a:ext cx="7612292" cy="2453651"/>
            <a:chOff x="0" y="0"/>
            <a:chExt cx="2004883" cy="6462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04883" cy="646229"/>
            </a:xfrm>
            <a:custGeom>
              <a:avLst/>
              <a:gdLst/>
              <a:ahLst/>
              <a:cxnLst/>
              <a:rect l="l" t="t" r="r" b="b"/>
              <a:pathLst>
                <a:path w="2004883" h="646229">
                  <a:moveTo>
                    <a:pt x="0" y="0"/>
                  </a:moveTo>
                  <a:lnTo>
                    <a:pt x="2004883" y="0"/>
                  </a:lnTo>
                  <a:lnTo>
                    <a:pt x="2004883" y="646229"/>
                  </a:lnTo>
                  <a:lnTo>
                    <a:pt x="0" y="646229"/>
                  </a:ln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2004883" cy="722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77547" y="5417453"/>
            <a:ext cx="7612292" cy="2453651"/>
            <a:chOff x="0" y="0"/>
            <a:chExt cx="2004883" cy="64622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04883" cy="646229"/>
            </a:xfrm>
            <a:custGeom>
              <a:avLst/>
              <a:gdLst/>
              <a:ahLst/>
              <a:cxnLst/>
              <a:rect l="l" t="t" r="r" b="b"/>
              <a:pathLst>
                <a:path w="2004883" h="646229">
                  <a:moveTo>
                    <a:pt x="0" y="0"/>
                  </a:moveTo>
                  <a:lnTo>
                    <a:pt x="2004883" y="0"/>
                  </a:lnTo>
                  <a:lnTo>
                    <a:pt x="2004883" y="646229"/>
                  </a:lnTo>
                  <a:lnTo>
                    <a:pt x="0" y="646229"/>
                  </a:lnTo>
                  <a:close/>
                </a:path>
              </a:pathLst>
            </a:custGeom>
            <a:gradFill rotWithShape="1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2004883" cy="722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487665" y="2759626"/>
            <a:ext cx="7241411" cy="2098124"/>
            <a:chOff x="0" y="0"/>
            <a:chExt cx="1907203" cy="5525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07203" cy="552592"/>
            </a:xfrm>
            <a:custGeom>
              <a:avLst/>
              <a:gdLst/>
              <a:ahLst/>
              <a:cxnLst/>
              <a:rect l="l" t="t" r="r" b="b"/>
              <a:pathLst>
                <a:path w="1907203" h="552592">
                  <a:moveTo>
                    <a:pt x="0" y="0"/>
                  </a:moveTo>
                  <a:lnTo>
                    <a:pt x="1907203" y="0"/>
                  </a:lnTo>
                  <a:lnTo>
                    <a:pt x="1907203" y="552592"/>
                  </a:lnTo>
                  <a:lnTo>
                    <a:pt x="0" y="552592"/>
                  </a:ln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50000"/>
                  </a:srgbClr>
                </a:gs>
                <a:gs pos="100000">
                  <a:srgbClr val="FFA9F9">
                    <a:alpha val="5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1907203" cy="6287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67050" y="2759626"/>
            <a:ext cx="7241411" cy="2098124"/>
            <a:chOff x="0" y="0"/>
            <a:chExt cx="1907203" cy="5525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07203" cy="552592"/>
            </a:xfrm>
            <a:custGeom>
              <a:avLst/>
              <a:gdLst/>
              <a:ahLst/>
              <a:cxnLst/>
              <a:rect l="l" t="t" r="r" b="b"/>
              <a:pathLst>
                <a:path w="1907203" h="552592">
                  <a:moveTo>
                    <a:pt x="0" y="0"/>
                  </a:moveTo>
                  <a:lnTo>
                    <a:pt x="1907203" y="0"/>
                  </a:lnTo>
                  <a:lnTo>
                    <a:pt x="1907203" y="552592"/>
                  </a:lnTo>
                  <a:lnTo>
                    <a:pt x="0" y="552592"/>
                  </a:ln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50000"/>
                  </a:srgbClr>
                </a:gs>
                <a:gs pos="100000">
                  <a:srgbClr val="FFA9F9">
                    <a:alpha val="50000"/>
                  </a:srgbClr>
                </a:gs>
              </a:gsLst>
              <a:lin ang="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1907203" cy="6287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487665" y="5572956"/>
            <a:ext cx="7241411" cy="2098124"/>
            <a:chOff x="0" y="0"/>
            <a:chExt cx="1907203" cy="5525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07203" cy="552592"/>
            </a:xfrm>
            <a:custGeom>
              <a:avLst/>
              <a:gdLst/>
              <a:ahLst/>
              <a:cxnLst/>
              <a:rect l="l" t="t" r="r" b="b"/>
              <a:pathLst>
                <a:path w="1907203" h="552592">
                  <a:moveTo>
                    <a:pt x="0" y="0"/>
                  </a:moveTo>
                  <a:lnTo>
                    <a:pt x="1907203" y="0"/>
                  </a:lnTo>
                  <a:lnTo>
                    <a:pt x="1907203" y="552592"/>
                  </a:lnTo>
                  <a:lnTo>
                    <a:pt x="0" y="552592"/>
                  </a:ln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50000"/>
                  </a:srgbClr>
                </a:gs>
                <a:gs pos="100000">
                  <a:srgbClr val="FFA9F9">
                    <a:alpha val="5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1907203" cy="6287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67050" y="5572956"/>
            <a:ext cx="7241411" cy="2098124"/>
            <a:chOff x="0" y="0"/>
            <a:chExt cx="1907203" cy="5525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07203" cy="552592"/>
            </a:xfrm>
            <a:custGeom>
              <a:avLst/>
              <a:gdLst/>
              <a:ahLst/>
              <a:cxnLst/>
              <a:rect l="l" t="t" r="r" b="b"/>
              <a:pathLst>
                <a:path w="1907203" h="552592">
                  <a:moveTo>
                    <a:pt x="0" y="0"/>
                  </a:moveTo>
                  <a:lnTo>
                    <a:pt x="1907203" y="0"/>
                  </a:lnTo>
                  <a:lnTo>
                    <a:pt x="1907203" y="552592"/>
                  </a:lnTo>
                  <a:lnTo>
                    <a:pt x="0" y="552592"/>
                  </a:ln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50000"/>
                  </a:srgbClr>
                </a:gs>
                <a:gs pos="100000">
                  <a:srgbClr val="FFA9F9">
                    <a:alpha val="5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1907203" cy="6287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 rot="-5400000">
            <a:off x="-341147" y="852090"/>
            <a:ext cx="2003576" cy="2003576"/>
          </a:xfrm>
          <a:custGeom>
            <a:avLst/>
            <a:gdLst/>
            <a:ahLst/>
            <a:cxnLst/>
            <a:rect l="l" t="t" r="r" b="b"/>
            <a:pathLst>
              <a:path w="2003576" h="2003576">
                <a:moveTo>
                  <a:pt x="0" y="0"/>
                </a:moveTo>
                <a:lnTo>
                  <a:pt x="2003576" y="0"/>
                </a:lnTo>
                <a:lnTo>
                  <a:pt x="2003576" y="2003576"/>
                </a:lnTo>
                <a:lnTo>
                  <a:pt x="0" y="2003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53525" y="2690765"/>
            <a:ext cx="329491" cy="329491"/>
          </a:xfrm>
          <a:custGeom>
            <a:avLst/>
            <a:gdLst/>
            <a:ahLst/>
            <a:cxnLst/>
            <a:rect l="l" t="t" r="r" b="b"/>
            <a:pathLst>
              <a:path w="329491" h="329491">
                <a:moveTo>
                  <a:pt x="0" y="0"/>
                </a:moveTo>
                <a:lnTo>
                  <a:pt x="329491" y="0"/>
                </a:lnTo>
                <a:lnTo>
                  <a:pt x="329491" y="329491"/>
                </a:lnTo>
                <a:lnTo>
                  <a:pt x="0" y="329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-5400000" flipH="1" flipV="1">
            <a:off x="16729076" y="7598867"/>
            <a:ext cx="2056898" cy="2056898"/>
          </a:xfrm>
          <a:custGeom>
            <a:avLst/>
            <a:gdLst/>
            <a:ahLst/>
            <a:cxnLst/>
            <a:rect l="l" t="t" r="r" b="b"/>
            <a:pathLst>
              <a:path w="2056898" h="2056898">
                <a:moveTo>
                  <a:pt x="2056898" y="2056899"/>
                </a:moveTo>
                <a:lnTo>
                  <a:pt x="0" y="2056899"/>
                </a:lnTo>
                <a:lnTo>
                  <a:pt x="0" y="0"/>
                </a:lnTo>
                <a:lnTo>
                  <a:pt x="2056898" y="0"/>
                </a:lnTo>
                <a:lnTo>
                  <a:pt x="2056898" y="20568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 rot="-5400000" flipH="1">
            <a:off x="-586619" y="7598867"/>
            <a:ext cx="2144143" cy="2144143"/>
          </a:xfrm>
          <a:custGeom>
            <a:avLst/>
            <a:gdLst/>
            <a:ahLst/>
            <a:cxnLst/>
            <a:rect l="l" t="t" r="r" b="b"/>
            <a:pathLst>
              <a:path w="2144143" h="2144143">
                <a:moveTo>
                  <a:pt x="2144144" y="0"/>
                </a:moveTo>
                <a:lnTo>
                  <a:pt x="0" y="0"/>
                </a:lnTo>
                <a:lnTo>
                  <a:pt x="0" y="2144144"/>
                </a:lnTo>
                <a:lnTo>
                  <a:pt x="2144144" y="2144144"/>
                </a:lnTo>
                <a:lnTo>
                  <a:pt x="21441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453525" y="7434122"/>
            <a:ext cx="329491" cy="329491"/>
          </a:xfrm>
          <a:custGeom>
            <a:avLst/>
            <a:gdLst/>
            <a:ahLst/>
            <a:cxnLst/>
            <a:rect l="l" t="t" r="r" b="b"/>
            <a:pathLst>
              <a:path w="329491" h="329491">
                <a:moveTo>
                  <a:pt x="0" y="0"/>
                </a:moveTo>
                <a:lnTo>
                  <a:pt x="329491" y="0"/>
                </a:lnTo>
                <a:lnTo>
                  <a:pt x="329491" y="329491"/>
                </a:lnTo>
                <a:lnTo>
                  <a:pt x="0" y="329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6456734" y="2690765"/>
            <a:ext cx="329491" cy="329491"/>
          </a:xfrm>
          <a:custGeom>
            <a:avLst/>
            <a:gdLst/>
            <a:ahLst/>
            <a:cxnLst/>
            <a:rect l="l" t="t" r="r" b="b"/>
            <a:pathLst>
              <a:path w="329491" h="329491">
                <a:moveTo>
                  <a:pt x="0" y="0"/>
                </a:moveTo>
                <a:lnTo>
                  <a:pt x="329492" y="0"/>
                </a:lnTo>
                <a:lnTo>
                  <a:pt x="329492" y="329491"/>
                </a:lnTo>
                <a:lnTo>
                  <a:pt x="0" y="329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6456734" y="7434122"/>
            <a:ext cx="329491" cy="329491"/>
          </a:xfrm>
          <a:custGeom>
            <a:avLst/>
            <a:gdLst/>
            <a:ahLst/>
            <a:cxnLst/>
            <a:rect l="l" t="t" r="r" b="b"/>
            <a:pathLst>
              <a:path w="329491" h="329491">
                <a:moveTo>
                  <a:pt x="0" y="0"/>
                </a:moveTo>
                <a:lnTo>
                  <a:pt x="329492" y="0"/>
                </a:lnTo>
                <a:lnTo>
                  <a:pt x="329492" y="329491"/>
                </a:lnTo>
                <a:lnTo>
                  <a:pt x="0" y="329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5300979" y="563245"/>
            <a:ext cx="7686041" cy="750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FA95A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Challenges We Faced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755737" y="3043372"/>
            <a:ext cx="3688481" cy="559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b="1" dirty="0">
                <a:solidFill>
                  <a:srgbClr val="010101"/>
                </a:solidFill>
                <a:latin typeface="Poppins Heavy"/>
                <a:ea typeface="Poppins Heavy"/>
                <a:cs typeface="Poppins Heavy"/>
                <a:sym typeface="Poppins Heavy"/>
              </a:rPr>
              <a:t>User Engagement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94759" y="2998843"/>
            <a:ext cx="3408938" cy="559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b="1" dirty="0">
                <a:solidFill>
                  <a:srgbClr val="010101"/>
                </a:solidFill>
                <a:latin typeface="Poppins Heavy"/>
                <a:ea typeface="Poppins Heavy"/>
                <a:cs typeface="Poppins Heavy"/>
                <a:sym typeface="Poppins Heavy"/>
              </a:rPr>
              <a:t>Design Balance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55506" y="5832460"/>
            <a:ext cx="3827145" cy="559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b="1" dirty="0">
                <a:solidFill>
                  <a:srgbClr val="010101"/>
                </a:solidFill>
                <a:latin typeface="Poppins Heavy"/>
                <a:ea typeface="Poppins Heavy"/>
                <a:cs typeface="Poppins Heavy"/>
                <a:sym typeface="Poppins Heavy"/>
              </a:rPr>
              <a:t>Technical Hurdles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892041" y="5832460"/>
            <a:ext cx="2984759" cy="559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b="1" dirty="0">
                <a:solidFill>
                  <a:srgbClr val="010101"/>
                </a:solidFill>
                <a:latin typeface="Poppins Heavy"/>
                <a:ea typeface="Poppins Heavy"/>
                <a:cs typeface="Poppins Heavy"/>
                <a:sym typeface="Poppins Heavy"/>
              </a:rPr>
              <a:t>Time Pressure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812655" y="3576986"/>
            <a:ext cx="6083432" cy="8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0101"/>
                </a:solidFill>
                <a:latin typeface="Poppins Light"/>
                <a:ea typeface="Poppins Light"/>
                <a:cs typeface="Poppins Light"/>
                <a:sym typeface="Poppins Light"/>
              </a:rPr>
              <a:t>Making rewards exciting but not overwhelming.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92041" y="3576986"/>
            <a:ext cx="6083432" cy="8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0101"/>
                </a:solidFill>
                <a:latin typeface="Poppins Light"/>
                <a:ea typeface="Poppins Light"/>
                <a:cs typeface="Poppins Light"/>
                <a:sym typeface="Poppins Light"/>
              </a:rPr>
              <a:t>Blending vibrant aesthetics with usability required iteration.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812655" y="6390315"/>
            <a:ext cx="6083432" cy="8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0101"/>
                </a:solidFill>
                <a:latin typeface="Poppins Light"/>
                <a:ea typeface="Poppins Light"/>
                <a:cs typeface="Poppins Light"/>
                <a:sym typeface="Poppins Light"/>
              </a:rPr>
              <a:t>AI chatbot integration and backend user storage.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892041" y="6390315"/>
            <a:ext cx="6083432" cy="8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010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Delivering features like cart and rewards under tight deadlines.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42853"/>
            <a:ext cx="1174500" cy="1644649"/>
            <a:chOff x="0" y="-62298"/>
            <a:chExt cx="309333" cy="433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9333" cy="309333"/>
            </a:xfrm>
            <a:custGeom>
              <a:avLst/>
              <a:gdLst/>
              <a:ahLst/>
              <a:cxnLst/>
              <a:rect l="l" t="t" r="r" b="b"/>
              <a:pathLst>
                <a:path w="309333" h="309333">
                  <a:moveTo>
                    <a:pt x="0" y="0"/>
                  </a:moveTo>
                  <a:lnTo>
                    <a:pt x="309333" y="0"/>
                  </a:lnTo>
                  <a:lnTo>
                    <a:pt x="309333" y="309333"/>
                  </a:lnTo>
                  <a:lnTo>
                    <a:pt x="0" y="309333"/>
                  </a:ln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62298"/>
              <a:ext cx="309333" cy="4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159"/>
                </a:lnSpc>
              </a:pPr>
              <a:r>
                <a:rPr lang="en-US" sz="4399" b="1" dirty="0">
                  <a:solidFill>
                    <a:srgbClr val="1516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4472107"/>
            <a:ext cx="1174500" cy="1644649"/>
            <a:chOff x="0" y="-61913"/>
            <a:chExt cx="309333" cy="4331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9333" cy="309333"/>
            </a:xfrm>
            <a:custGeom>
              <a:avLst/>
              <a:gdLst/>
              <a:ahLst/>
              <a:cxnLst/>
              <a:rect l="l" t="t" r="r" b="b"/>
              <a:pathLst>
                <a:path w="309333" h="309333">
                  <a:moveTo>
                    <a:pt x="0" y="0"/>
                  </a:moveTo>
                  <a:lnTo>
                    <a:pt x="309333" y="0"/>
                  </a:lnTo>
                  <a:lnTo>
                    <a:pt x="309333" y="309333"/>
                  </a:lnTo>
                  <a:lnTo>
                    <a:pt x="0" y="309333"/>
                  </a:ln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1913"/>
              <a:ext cx="309333" cy="4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6159"/>
                </a:lnSpc>
                <a:spcBef>
                  <a:spcPct val="0"/>
                </a:spcBef>
              </a:pPr>
              <a:r>
                <a:rPr lang="en-US" sz="4399" b="1" u="none" strike="noStrike" dirty="0">
                  <a:solidFill>
                    <a:srgbClr val="1516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299896"/>
            <a:ext cx="1174500" cy="1644649"/>
            <a:chOff x="0" y="-62299"/>
            <a:chExt cx="309333" cy="4331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9333" cy="309333"/>
            </a:xfrm>
            <a:custGeom>
              <a:avLst/>
              <a:gdLst/>
              <a:ahLst/>
              <a:cxnLst/>
              <a:rect l="l" t="t" r="r" b="b"/>
              <a:pathLst>
                <a:path w="309333" h="309333">
                  <a:moveTo>
                    <a:pt x="0" y="0"/>
                  </a:moveTo>
                  <a:lnTo>
                    <a:pt x="309333" y="0"/>
                  </a:lnTo>
                  <a:lnTo>
                    <a:pt x="309333" y="309333"/>
                  </a:lnTo>
                  <a:lnTo>
                    <a:pt x="0" y="309333"/>
                  </a:ln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2299"/>
              <a:ext cx="309333" cy="4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6159"/>
                </a:lnSpc>
                <a:spcBef>
                  <a:spcPct val="0"/>
                </a:spcBef>
              </a:pPr>
              <a:r>
                <a:rPr lang="en-US" sz="4399" b="1" u="none" strike="noStrike" dirty="0">
                  <a:solidFill>
                    <a:srgbClr val="1516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 flipV="1">
            <a:off x="1615950" y="2224636"/>
            <a:ext cx="0" cy="654755"/>
          </a:xfrm>
          <a:prstGeom prst="line">
            <a:avLst/>
          </a:prstGeom>
          <a:ln w="857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V="1">
            <a:off x="1615950" y="4052428"/>
            <a:ext cx="0" cy="654755"/>
          </a:xfrm>
          <a:prstGeom prst="line">
            <a:avLst/>
          </a:prstGeom>
          <a:ln w="857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1615950" y="5881683"/>
            <a:ext cx="0" cy="654755"/>
          </a:xfrm>
          <a:prstGeom prst="line">
            <a:avLst/>
          </a:prstGeom>
          <a:ln w="857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2203200" y="3466641"/>
            <a:ext cx="1627631" cy="0"/>
          </a:xfrm>
          <a:prstGeom prst="line">
            <a:avLst/>
          </a:prstGeom>
          <a:ln w="857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2203200" y="5294433"/>
            <a:ext cx="1627631" cy="0"/>
          </a:xfrm>
          <a:prstGeom prst="line">
            <a:avLst/>
          </a:prstGeom>
          <a:ln w="857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2203200" y="7123688"/>
            <a:ext cx="1627631" cy="0"/>
          </a:xfrm>
          <a:prstGeom prst="line">
            <a:avLst/>
          </a:prstGeom>
          <a:ln w="857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2011756" y="0"/>
            <a:ext cx="6276244" cy="4707183"/>
            <a:chOff x="0" y="0"/>
            <a:chExt cx="812800" cy="609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60960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12800" y="609600"/>
                  </a:lnTo>
                  <a:lnTo>
                    <a:pt x="609600" y="0"/>
                  </a:lnTo>
                  <a:close/>
                </a:path>
              </a:pathLst>
            </a:custGeom>
            <a:blipFill>
              <a:blip r:embed="rId2"/>
              <a:stretch>
                <a:fillRect l="-6179" r="-6179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2082804" y="4707183"/>
            <a:ext cx="6205196" cy="4551117"/>
            <a:chOff x="0" y="0"/>
            <a:chExt cx="831156" cy="609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31156" cy="609600"/>
            </a:xfrm>
            <a:custGeom>
              <a:avLst/>
              <a:gdLst/>
              <a:ahLst/>
              <a:cxnLst/>
              <a:rect l="l" t="t" r="r" b="b"/>
              <a:pathLst>
                <a:path w="831156" h="609600">
                  <a:moveTo>
                    <a:pt x="203200" y="0"/>
                  </a:moveTo>
                  <a:lnTo>
                    <a:pt x="831156" y="0"/>
                  </a:lnTo>
                  <a:lnTo>
                    <a:pt x="6279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/>
              <a:stretch>
                <a:fillRect t="-52444" b="-52444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2603250" y="385745"/>
            <a:ext cx="7686041" cy="750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FA95A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Crafting and Code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70078" y="4602408"/>
            <a:ext cx="2601078" cy="651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FA95A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Frontend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70078" y="2700831"/>
            <a:ext cx="3473722" cy="651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FA95A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UI Designing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070078" y="6513467"/>
            <a:ext cx="2406922" cy="651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FA95A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Backend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070078" y="5218233"/>
            <a:ext cx="7073618" cy="8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HTML, CSS, and JavaScript for structure and style.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988726" y="3390441"/>
            <a:ext cx="7073618" cy="45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Figma and Adobe XD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88726" y="7199259"/>
            <a:ext cx="7073618" cy="8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Implemented Firebase for user and inventory management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005724" y="8126358"/>
            <a:ext cx="9978263" cy="45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Payment gateway</a:t>
            </a:r>
          </a:p>
        </p:txBody>
      </p:sp>
      <p:sp>
        <p:nvSpPr>
          <p:cNvPr id="29" name="AutoShape 29"/>
          <p:cNvSpPr/>
          <p:nvPr/>
        </p:nvSpPr>
        <p:spPr>
          <a:xfrm flipV="1">
            <a:off x="4091783" y="1155366"/>
            <a:ext cx="4708975" cy="0"/>
          </a:xfrm>
          <a:prstGeom prst="line">
            <a:avLst/>
          </a:prstGeom>
          <a:ln w="38100" cap="flat">
            <a:gradFill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7571" y="502691"/>
            <a:ext cx="5484834" cy="10300090"/>
            <a:chOff x="0" y="0"/>
            <a:chExt cx="7313112" cy="137334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3112" cy="4100478"/>
            </a:xfrm>
            <a:custGeom>
              <a:avLst/>
              <a:gdLst/>
              <a:ahLst/>
              <a:cxnLst/>
              <a:rect l="l" t="t" r="r" b="b"/>
              <a:pathLst>
                <a:path w="7313112" h="4100478">
                  <a:moveTo>
                    <a:pt x="0" y="0"/>
                  </a:moveTo>
                  <a:lnTo>
                    <a:pt x="7313112" y="0"/>
                  </a:lnTo>
                  <a:lnTo>
                    <a:pt x="7313112" y="4100478"/>
                  </a:lnTo>
                  <a:lnTo>
                    <a:pt x="0" y="4100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06490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4100478"/>
              <a:ext cx="7313112" cy="9632975"/>
            </a:xfrm>
            <a:custGeom>
              <a:avLst/>
              <a:gdLst/>
              <a:ahLst/>
              <a:cxnLst/>
              <a:rect l="l" t="t" r="r" b="b"/>
              <a:pathLst>
                <a:path w="7313112" h="9632975">
                  <a:moveTo>
                    <a:pt x="0" y="0"/>
                  </a:moveTo>
                  <a:lnTo>
                    <a:pt x="7313112" y="0"/>
                  </a:lnTo>
                  <a:lnTo>
                    <a:pt x="7313112" y="9632976"/>
                  </a:lnTo>
                  <a:lnTo>
                    <a:pt x="0" y="9632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73031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2600284" y="502691"/>
            <a:ext cx="5109405" cy="6356958"/>
          </a:xfrm>
          <a:custGeom>
            <a:avLst/>
            <a:gdLst/>
            <a:ahLst/>
            <a:cxnLst/>
            <a:rect l="l" t="t" r="r" b="b"/>
            <a:pathLst>
              <a:path w="5109405" h="6356958">
                <a:moveTo>
                  <a:pt x="0" y="0"/>
                </a:moveTo>
                <a:lnTo>
                  <a:pt x="5109405" y="0"/>
                </a:lnTo>
                <a:lnTo>
                  <a:pt x="5109405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186255" y="1476323"/>
            <a:ext cx="6093428" cy="15233570"/>
          </a:xfrm>
          <a:custGeom>
            <a:avLst/>
            <a:gdLst/>
            <a:ahLst/>
            <a:cxnLst/>
            <a:rect l="l" t="t" r="r" b="b"/>
            <a:pathLst>
              <a:path w="6093428" h="15233570">
                <a:moveTo>
                  <a:pt x="0" y="0"/>
                </a:moveTo>
                <a:lnTo>
                  <a:pt x="6093428" y="0"/>
                </a:lnTo>
                <a:lnTo>
                  <a:pt x="6093428" y="15233570"/>
                </a:lnTo>
                <a:lnTo>
                  <a:pt x="0" y="152335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26064" y="4536392"/>
            <a:ext cx="5750608" cy="5750608"/>
          </a:xfrm>
          <a:custGeom>
            <a:avLst/>
            <a:gdLst/>
            <a:ahLst/>
            <a:cxnLst/>
            <a:rect l="l" t="t" r="r" b="b"/>
            <a:pathLst>
              <a:path w="5750608" h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033503" y="4536392"/>
            <a:ext cx="5750608" cy="5750608"/>
          </a:xfrm>
          <a:custGeom>
            <a:avLst/>
            <a:gdLst/>
            <a:ahLst/>
            <a:cxnLst/>
            <a:rect l="l" t="t" r="r" b="b"/>
            <a:pathLst>
              <a:path w="5750608" h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198370" y="278130"/>
            <a:ext cx="389126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A95AE"/>
                </a:solidFill>
                <a:latin typeface="Poppins Bold"/>
                <a:ea typeface="Poppins Bold"/>
                <a:cs typeface="Poppins Bold"/>
                <a:sym typeface="Poppins Bold"/>
              </a:rPr>
              <a:t>Praso in Pixels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6789513" y="1047750"/>
            <a:ext cx="4708975" cy="0"/>
          </a:xfrm>
          <a:prstGeom prst="line">
            <a:avLst/>
          </a:prstGeom>
          <a:ln w="38100" cap="flat">
            <a:gradFill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72926" y="7203335"/>
            <a:ext cx="2465713" cy="3885794"/>
          </a:xfrm>
          <a:custGeom>
            <a:avLst/>
            <a:gdLst/>
            <a:ahLst/>
            <a:cxnLst/>
            <a:rect l="l" t="t" r="r" b="b"/>
            <a:pathLst>
              <a:path w="2465713" h="3885794">
                <a:moveTo>
                  <a:pt x="0" y="0"/>
                </a:moveTo>
                <a:lnTo>
                  <a:pt x="2465712" y="0"/>
                </a:lnTo>
                <a:lnTo>
                  <a:pt x="2465712" y="3885793"/>
                </a:lnTo>
                <a:lnTo>
                  <a:pt x="0" y="3885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865242" y="7203335"/>
            <a:ext cx="2465713" cy="3885794"/>
          </a:xfrm>
          <a:custGeom>
            <a:avLst/>
            <a:gdLst/>
            <a:ahLst/>
            <a:cxnLst/>
            <a:rect l="l" t="t" r="r" b="b"/>
            <a:pathLst>
              <a:path w="2465713" h="3885794">
                <a:moveTo>
                  <a:pt x="0" y="0"/>
                </a:moveTo>
                <a:lnTo>
                  <a:pt x="2465712" y="0"/>
                </a:lnTo>
                <a:lnTo>
                  <a:pt x="2465712" y="3885793"/>
                </a:lnTo>
                <a:lnTo>
                  <a:pt x="0" y="3885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72504" y="7203335"/>
            <a:ext cx="2465713" cy="3885794"/>
          </a:xfrm>
          <a:custGeom>
            <a:avLst/>
            <a:gdLst/>
            <a:ahLst/>
            <a:cxnLst/>
            <a:rect l="l" t="t" r="r" b="b"/>
            <a:pathLst>
              <a:path w="2465713" h="3885794">
                <a:moveTo>
                  <a:pt x="0" y="0"/>
                </a:moveTo>
                <a:lnTo>
                  <a:pt x="2465713" y="0"/>
                </a:lnTo>
                <a:lnTo>
                  <a:pt x="2465713" y="3885793"/>
                </a:lnTo>
                <a:lnTo>
                  <a:pt x="0" y="3885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82469" y="7203335"/>
            <a:ext cx="2465713" cy="3885794"/>
          </a:xfrm>
          <a:custGeom>
            <a:avLst/>
            <a:gdLst/>
            <a:ahLst/>
            <a:cxnLst/>
            <a:rect l="l" t="t" r="r" b="b"/>
            <a:pathLst>
              <a:path w="2465713" h="3885794">
                <a:moveTo>
                  <a:pt x="0" y="0"/>
                </a:moveTo>
                <a:lnTo>
                  <a:pt x="2465713" y="0"/>
                </a:lnTo>
                <a:lnTo>
                  <a:pt x="2465713" y="3885793"/>
                </a:lnTo>
                <a:lnTo>
                  <a:pt x="0" y="3885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39818" y="7203335"/>
            <a:ext cx="2465713" cy="3885794"/>
          </a:xfrm>
          <a:custGeom>
            <a:avLst/>
            <a:gdLst/>
            <a:ahLst/>
            <a:cxnLst/>
            <a:rect l="l" t="t" r="r" b="b"/>
            <a:pathLst>
              <a:path w="2465713" h="3885794">
                <a:moveTo>
                  <a:pt x="0" y="0"/>
                </a:moveTo>
                <a:lnTo>
                  <a:pt x="2465713" y="0"/>
                </a:lnTo>
                <a:lnTo>
                  <a:pt x="2465713" y="3885793"/>
                </a:lnTo>
                <a:lnTo>
                  <a:pt x="0" y="3885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43263" y="1772670"/>
            <a:ext cx="3086100" cy="889608"/>
            <a:chOff x="0" y="0"/>
            <a:chExt cx="812800" cy="2343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234300"/>
            </a:xfrm>
            <a:custGeom>
              <a:avLst/>
              <a:gdLst/>
              <a:ahLst/>
              <a:cxnLst/>
              <a:rect l="l" t="t" r="r" b="b"/>
              <a:pathLst>
                <a:path w="812800" h="234300">
                  <a:moveTo>
                    <a:pt x="0" y="0"/>
                  </a:moveTo>
                  <a:lnTo>
                    <a:pt x="812800" y="0"/>
                  </a:lnTo>
                  <a:lnTo>
                    <a:pt x="812800" y="234300"/>
                  </a:lnTo>
                  <a:lnTo>
                    <a:pt x="0" y="234300"/>
                  </a:lnTo>
                  <a:close/>
                </a:path>
              </a:pathLst>
            </a:custGeom>
            <a:gradFill rotWithShape="1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812800" cy="31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13458637" y="5951756"/>
            <a:ext cx="3086100" cy="889608"/>
            <a:chOff x="0" y="0"/>
            <a:chExt cx="812800" cy="234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234300"/>
            </a:xfrm>
            <a:custGeom>
              <a:avLst/>
              <a:gdLst/>
              <a:ahLst/>
              <a:cxnLst/>
              <a:rect l="l" t="t" r="r" b="b"/>
              <a:pathLst>
                <a:path w="812800" h="234300">
                  <a:moveTo>
                    <a:pt x="0" y="0"/>
                  </a:moveTo>
                  <a:lnTo>
                    <a:pt x="812800" y="0"/>
                  </a:lnTo>
                  <a:lnTo>
                    <a:pt x="812800" y="234300"/>
                  </a:lnTo>
                  <a:lnTo>
                    <a:pt x="0" y="234300"/>
                  </a:lnTo>
                  <a:close/>
                </a:path>
              </a:pathLst>
            </a:custGeom>
            <a:solidFill>
              <a:srgbClr val="EF3A5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812800" cy="31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648137" y="1772670"/>
            <a:ext cx="3086100" cy="889608"/>
            <a:chOff x="0" y="0"/>
            <a:chExt cx="812800" cy="2343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234300"/>
            </a:xfrm>
            <a:custGeom>
              <a:avLst/>
              <a:gdLst/>
              <a:ahLst/>
              <a:cxnLst/>
              <a:rect l="l" t="t" r="r" b="b"/>
              <a:pathLst>
                <a:path w="812800" h="234300">
                  <a:moveTo>
                    <a:pt x="0" y="0"/>
                  </a:moveTo>
                  <a:lnTo>
                    <a:pt x="812800" y="0"/>
                  </a:lnTo>
                  <a:lnTo>
                    <a:pt x="812800" y="234300"/>
                  </a:lnTo>
                  <a:lnTo>
                    <a:pt x="0" y="234300"/>
                  </a:lnTo>
                  <a:close/>
                </a:path>
              </a:pathLst>
            </a:custGeom>
            <a:gradFill rotWithShape="1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812800" cy="31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10800000">
            <a:off x="9553763" y="5951756"/>
            <a:ext cx="3086100" cy="889608"/>
            <a:chOff x="0" y="0"/>
            <a:chExt cx="812800" cy="2343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234300"/>
            </a:xfrm>
            <a:custGeom>
              <a:avLst/>
              <a:gdLst/>
              <a:ahLst/>
              <a:cxnLst/>
              <a:rect l="l" t="t" r="r" b="b"/>
              <a:pathLst>
                <a:path w="812800" h="234300">
                  <a:moveTo>
                    <a:pt x="0" y="0"/>
                  </a:moveTo>
                  <a:lnTo>
                    <a:pt x="812800" y="0"/>
                  </a:lnTo>
                  <a:lnTo>
                    <a:pt x="812800" y="234300"/>
                  </a:lnTo>
                  <a:lnTo>
                    <a:pt x="0" y="234300"/>
                  </a:lnTo>
                  <a:close/>
                </a:path>
              </a:pathLst>
            </a:custGeom>
            <a:solidFill>
              <a:srgbClr val="EF3A5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812800" cy="31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53387" y="1772670"/>
            <a:ext cx="3086100" cy="889608"/>
            <a:chOff x="0" y="0"/>
            <a:chExt cx="812800" cy="2343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234300"/>
            </a:xfrm>
            <a:custGeom>
              <a:avLst/>
              <a:gdLst/>
              <a:ahLst/>
              <a:cxnLst/>
              <a:rect l="l" t="t" r="r" b="b"/>
              <a:pathLst>
                <a:path w="812800" h="234300">
                  <a:moveTo>
                    <a:pt x="0" y="0"/>
                  </a:moveTo>
                  <a:lnTo>
                    <a:pt x="812800" y="0"/>
                  </a:lnTo>
                  <a:lnTo>
                    <a:pt x="812800" y="234300"/>
                  </a:lnTo>
                  <a:lnTo>
                    <a:pt x="0" y="234300"/>
                  </a:lnTo>
                  <a:close/>
                </a:path>
              </a:pathLst>
            </a:custGeom>
            <a:gradFill rotWithShape="1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812800" cy="31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10800000">
            <a:off x="5648513" y="5951756"/>
            <a:ext cx="3086100" cy="889608"/>
            <a:chOff x="0" y="0"/>
            <a:chExt cx="812800" cy="2343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234300"/>
            </a:xfrm>
            <a:custGeom>
              <a:avLst/>
              <a:gdLst/>
              <a:ahLst/>
              <a:cxnLst/>
              <a:rect l="l" t="t" r="r" b="b"/>
              <a:pathLst>
                <a:path w="812800" h="234300">
                  <a:moveTo>
                    <a:pt x="0" y="0"/>
                  </a:moveTo>
                  <a:lnTo>
                    <a:pt x="812800" y="0"/>
                  </a:lnTo>
                  <a:lnTo>
                    <a:pt x="812800" y="234300"/>
                  </a:lnTo>
                  <a:lnTo>
                    <a:pt x="0" y="234300"/>
                  </a:lnTo>
                  <a:close/>
                </a:path>
              </a:pathLst>
            </a:custGeom>
            <a:solidFill>
              <a:srgbClr val="EF3A5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812800" cy="31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458637" y="1772670"/>
            <a:ext cx="3086100" cy="889608"/>
            <a:chOff x="0" y="0"/>
            <a:chExt cx="812800" cy="2343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234300"/>
            </a:xfrm>
            <a:custGeom>
              <a:avLst/>
              <a:gdLst/>
              <a:ahLst/>
              <a:cxnLst/>
              <a:rect l="l" t="t" r="r" b="b"/>
              <a:pathLst>
                <a:path w="812800" h="234300">
                  <a:moveTo>
                    <a:pt x="0" y="0"/>
                  </a:moveTo>
                  <a:lnTo>
                    <a:pt x="812800" y="0"/>
                  </a:lnTo>
                  <a:lnTo>
                    <a:pt x="812800" y="234300"/>
                  </a:lnTo>
                  <a:lnTo>
                    <a:pt x="0" y="234300"/>
                  </a:lnTo>
                  <a:close/>
                </a:path>
              </a:pathLst>
            </a:custGeom>
            <a:gradFill rotWithShape="1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812800" cy="31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-10800000">
            <a:off x="1743263" y="5951756"/>
            <a:ext cx="3086100" cy="889608"/>
            <a:chOff x="0" y="0"/>
            <a:chExt cx="812800" cy="2343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234300"/>
            </a:xfrm>
            <a:custGeom>
              <a:avLst/>
              <a:gdLst/>
              <a:ahLst/>
              <a:cxnLst/>
              <a:rect l="l" t="t" r="r" b="b"/>
              <a:pathLst>
                <a:path w="812800" h="234300">
                  <a:moveTo>
                    <a:pt x="0" y="0"/>
                  </a:moveTo>
                  <a:lnTo>
                    <a:pt x="812800" y="0"/>
                  </a:lnTo>
                  <a:lnTo>
                    <a:pt x="812800" y="234300"/>
                  </a:lnTo>
                  <a:lnTo>
                    <a:pt x="0" y="234300"/>
                  </a:lnTo>
                  <a:close/>
                </a:path>
              </a:pathLst>
            </a:custGeom>
            <a:solidFill>
              <a:srgbClr val="EF3A5D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76200"/>
              <a:ext cx="812800" cy="31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743263" y="2662277"/>
            <a:ext cx="3086100" cy="3289479"/>
            <a:chOff x="0" y="0"/>
            <a:chExt cx="812800" cy="86636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6365"/>
            </a:xfrm>
            <a:custGeom>
              <a:avLst/>
              <a:gdLst/>
              <a:ahLst/>
              <a:cxnLst/>
              <a:rect l="l" t="t" r="r" b="b"/>
              <a:pathLst>
                <a:path w="812800" h="866365">
                  <a:moveTo>
                    <a:pt x="0" y="0"/>
                  </a:moveTo>
                  <a:lnTo>
                    <a:pt x="812800" y="0"/>
                  </a:lnTo>
                  <a:lnTo>
                    <a:pt x="812800" y="866365"/>
                  </a:lnTo>
                  <a:lnTo>
                    <a:pt x="0" y="866365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76200"/>
              <a:ext cx="812800" cy="942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648137" y="2662277"/>
            <a:ext cx="3086100" cy="3289479"/>
            <a:chOff x="0" y="0"/>
            <a:chExt cx="812800" cy="86636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6365"/>
            </a:xfrm>
            <a:custGeom>
              <a:avLst/>
              <a:gdLst/>
              <a:ahLst/>
              <a:cxnLst/>
              <a:rect l="l" t="t" r="r" b="b"/>
              <a:pathLst>
                <a:path w="812800" h="866365">
                  <a:moveTo>
                    <a:pt x="0" y="0"/>
                  </a:moveTo>
                  <a:lnTo>
                    <a:pt x="812800" y="0"/>
                  </a:lnTo>
                  <a:lnTo>
                    <a:pt x="812800" y="866365"/>
                  </a:lnTo>
                  <a:lnTo>
                    <a:pt x="0" y="866365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76200"/>
              <a:ext cx="812800" cy="942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53387" y="2662277"/>
            <a:ext cx="3086100" cy="3289479"/>
            <a:chOff x="0" y="0"/>
            <a:chExt cx="812800" cy="86636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6365"/>
            </a:xfrm>
            <a:custGeom>
              <a:avLst/>
              <a:gdLst/>
              <a:ahLst/>
              <a:cxnLst/>
              <a:rect l="l" t="t" r="r" b="b"/>
              <a:pathLst>
                <a:path w="812800" h="866365">
                  <a:moveTo>
                    <a:pt x="0" y="0"/>
                  </a:moveTo>
                  <a:lnTo>
                    <a:pt x="812800" y="0"/>
                  </a:lnTo>
                  <a:lnTo>
                    <a:pt x="812800" y="866365"/>
                  </a:lnTo>
                  <a:lnTo>
                    <a:pt x="0" y="866365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76200"/>
              <a:ext cx="812800" cy="942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458637" y="2662277"/>
            <a:ext cx="3086100" cy="3289479"/>
            <a:chOff x="0" y="0"/>
            <a:chExt cx="812800" cy="86636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6365"/>
            </a:xfrm>
            <a:custGeom>
              <a:avLst/>
              <a:gdLst/>
              <a:ahLst/>
              <a:cxnLst/>
              <a:rect l="l" t="t" r="r" b="b"/>
              <a:pathLst>
                <a:path w="812800" h="866365">
                  <a:moveTo>
                    <a:pt x="0" y="0"/>
                  </a:moveTo>
                  <a:lnTo>
                    <a:pt x="812800" y="0"/>
                  </a:lnTo>
                  <a:lnTo>
                    <a:pt x="812800" y="866365"/>
                  </a:lnTo>
                  <a:lnTo>
                    <a:pt x="0" y="866365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76200"/>
              <a:ext cx="812800" cy="942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016643" y="1503000"/>
            <a:ext cx="539339" cy="539339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 rot="-10800000">
            <a:off x="14732018" y="6571695"/>
            <a:ext cx="539339" cy="539339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921518" y="1503000"/>
            <a:ext cx="539339" cy="539339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 rot="-10800000">
            <a:off x="10827143" y="6571695"/>
            <a:ext cx="539339" cy="539339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826393" y="1503000"/>
            <a:ext cx="539339" cy="539339"/>
            <a:chOff x="0" y="0"/>
            <a:chExt cx="812800" cy="812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 rot="-10800000">
            <a:off x="6922268" y="6571695"/>
            <a:ext cx="539339" cy="539339"/>
            <a:chOff x="0" y="0"/>
            <a:chExt cx="812800" cy="812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4731268" y="1503000"/>
            <a:ext cx="539339" cy="539339"/>
            <a:chOff x="0" y="0"/>
            <a:chExt cx="812800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3189694" y="1503000"/>
            <a:ext cx="844407" cy="844407"/>
            <a:chOff x="0" y="0"/>
            <a:chExt cx="812800" cy="812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224941" y="1503000"/>
            <a:ext cx="844407" cy="844407"/>
            <a:chOff x="0" y="0"/>
            <a:chExt cx="812800" cy="812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154917" y="1503000"/>
            <a:ext cx="844407" cy="844407"/>
            <a:chOff x="0" y="0"/>
            <a:chExt cx="812800" cy="8128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360971" y="1503000"/>
            <a:ext cx="844407" cy="844407"/>
            <a:chOff x="0" y="0"/>
            <a:chExt cx="812800" cy="8128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75" name="TextBox 75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456221" y="6266081"/>
            <a:ext cx="844407" cy="844407"/>
            <a:chOff x="0" y="0"/>
            <a:chExt cx="812800" cy="8128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78" name="TextBox 7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358226" y="6266081"/>
            <a:ext cx="844407" cy="844407"/>
            <a:chOff x="0" y="0"/>
            <a:chExt cx="812800" cy="812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6089757" y="1503000"/>
            <a:ext cx="844407" cy="844407"/>
            <a:chOff x="0" y="0"/>
            <a:chExt cx="812800" cy="8128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84" name="TextBox 8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2125003" y="1503000"/>
            <a:ext cx="844407" cy="844407"/>
            <a:chOff x="0" y="0"/>
            <a:chExt cx="812800" cy="812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87" name="TextBox 8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054979" y="1503000"/>
            <a:ext cx="844407" cy="844407"/>
            <a:chOff x="0" y="0"/>
            <a:chExt cx="812800" cy="8128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90" name="TextBox 90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4261033" y="1503000"/>
            <a:ext cx="844407" cy="844407"/>
            <a:chOff x="0" y="0"/>
            <a:chExt cx="812800" cy="8128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93" name="TextBox 93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4166332" y="6266081"/>
            <a:ext cx="844407" cy="844407"/>
            <a:chOff x="0" y="0"/>
            <a:chExt cx="812800" cy="81280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96" name="TextBox 9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8068338" y="6266081"/>
            <a:ext cx="844407" cy="844407"/>
            <a:chOff x="0" y="0"/>
            <a:chExt cx="812800" cy="8128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99" name="TextBox 9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00" name="Group 100"/>
          <p:cNvGrpSpPr/>
          <p:nvPr/>
        </p:nvGrpSpPr>
        <p:grpSpPr>
          <a:xfrm rot="-10800000">
            <a:off x="3017393" y="6571695"/>
            <a:ext cx="539339" cy="539339"/>
            <a:chOff x="0" y="0"/>
            <a:chExt cx="812800" cy="81280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102" name="TextBox 102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2910429" y="6396560"/>
            <a:ext cx="645553" cy="3890440"/>
            <a:chOff x="0" y="0"/>
            <a:chExt cx="170022" cy="1024643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170022" cy="1024643"/>
            </a:xfrm>
            <a:custGeom>
              <a:avLst/>
              <a:gdLst/>
              <a:ahLst/>
              <a:cxnLst/>
              <a:rect l="l" t="t" r="r" b="b"/>
              <a:pathLst>
                <a:path w="170022" h="1024643">
                  <a:moveTo>
                    <a:pt x="0" y="0"/>
                  </a:moveTo>
                  <a:lnTo>
                    <a:pt x="170022" y="0"/>
                  </a:lnTo>
                  <a:lnTo>
                    <a:pt x="170022" y="1024643"/>
                  </a:lnTo>
                  <a:lnTo>
                    <a:pt x="0" y="1024643"/>
                  </a:lnTo>
                  <a:close/>
                </a:path>
              </a:pathLst>
            </a:custGeom>
            <a:solidFill>
              <a:srgbClr val="EF3A5D"/>
            </a:solidFill>
          </p:spPr>
        </p:sp>
        <p:sp>
          <p:nvSpPr>
            <p:cNvPr id="105" name="TextBox 105"/>
            <p:cNvSpPr txBox="1"/>
            <p:nvPr/>
          </p:nvSpPr>
          <p:spPr>
            <a:xfrm>
              <a:off x="0" y="-76200"/>
              <a:ext cx="170022" cy="1100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6812709" y="6396560"/>
            <a:ext cx="645553" cy="3890440"/>
            <a:chOff x="0" y="0"/>
            <a:chExt cx="170022" cy="1024643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170022" cy="1024643"/>
            </a:xfrm>
            <a:custGeom>
              <a:avLst/>
              <a:gdLst/>
              <a:ahLst/>
              <a:cxnLst/>
              <a:rect l="l" t="t" r="r" b="b"/>
              <a:pathLst>
                <a:path w="170022" h="1024643">
                  <a:moveTo>
                    <a:pt x="0" y="0"/>
                  </a:moveTo>
                  <a:lnTo>
                    <a:pt x="170022" y="0"/>
                  </a:lnTo>
                  <a:lnTo>
                    <a:pt x="170022" y="1024643"/>
                  </a:lnTo>
                  <a:lnTo>
                    <a:pt x="0" y="1024643"/>
                  </a:lnTo>
                  <a:close/>
                </a:path>
              </a:pathLst>
            </a:custGeom>
            <a:solidFill>
              <a:srgbClr val="EF3A5D"/>
            </a:solidFill>
          </p:spPr>
        </p:sp>
        <p:sp>
          <p:nvSpPr>
            <p:cNvPr id="108" name="TextBox 108"/>
            <p:cNvSpPr txBox="1"/>
            <p:nvPr/>
          </p:nvSpPr>
          <p:spPr>
            <a:xfrm>
              <a:off x="0" y="-76200"/>
              <a:ext cx="170022" cy="1100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0714990" y="6396560"/>
            <a:ext cx="645553" cy="3890440"/>
            <a:chOff x="0" y="0"/>
            <a:chExt cx="170022" cy="1024643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170022" cy="1024643"/>
            </a:xfrm>
            <a:custGeom>
              <a:avLst/>
              <a:gdLst/>
              <a:ahLst/>
              <a:cxnLst/>
              <a:rect l="l" t="t" r="r" b="b"/>
              <a:pathLst>
                <a:path w="170022" h="1024643">
                  <a:moveTo>
                    <a:pt x="0" y="0"/>
                  </a:moveTo>
                  <a:lnTo>
                    <a:pt x="170022" y="0"/>
                  </a:lnTo>
                  <a:lnTo>
                    <a:pt x="170022" y="1024643"/>
                  </a:lnTo>
                  <a:lnTo>
                    <a:pt x="0" y="1024643"/>
                  </a:lnTo>
                  <a:close/>
                </a:path>
              </a:pathLst>
            </a:custGeom>
            <a:solidFill>
              <a:srgbClr val="EF3A5D"/>
            </a:solidFill>
          </p:spPr>
        </p:sp>
        <p:sp>
          <p:nvSpPr>
            <p:cNvPr id="111" name="TextBox 111"/>
            <p:cNvSpPr txBox="1"/>
            <p:nvPr/>
          </p:nvSpPr>
          <p:spPr>
            <a:xfrm>
              <a:off x="0" y="-76200"/>
              <a:ext cx="170022" cy="1100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4617270" y="6396560"/>
            <a:ext cx="645553" cy="3890440"/>
            <a:chOff x="0" y="0"/>
            <a:chExt cx="170022" cy="1024643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170022" cy="1024643"/>
            </a:xfrm>
            <a:custGeom>
              <a:avLst/>
              <a:gdLst/>
              <a:ahLst/>
              <a:cxnLst/>
              <a:rect l="l" t="t" r="r" b="b"/>
              <a:pathLst>
                <a:path w="170022" h="1024643">
                  <a:moveTo>
                    <a:pt x="0" y="0"/>
                  </a:moveTo>
                  <a:lnTo>
                    <a:pt x="170022" y="0"/>
                  </a:lnTo>
                  <a:lnTo>
                    <a:pt x="170022" y="1024643"/>
                  </a:lnTo>
                  <a:lnTo>
                    <a:pt x="0" y="1024643"/>
                  </a:lnTo>
                  <a:close/>
                </a:path>
              </a:pathLst>
            </a:custGeom>
            <a:solidFill>
              <a:srgbClr val="EF3A5D"/>
            </a:solidFill>
          </p:spPr>
        </p:sp>
        <p:sp>
          <p:nvSpPr>
            <p:cNvPr id="114" name="TextBox 114"/>
            <p:cNvSpPr txBox="1"/>
            <p:nvPr/>
          </p:nvSpPr>
          <p:spPr>
            <a:xfrm>
              <a:off x="0" y="-76200"/>
              <a:ext cx="170022" cy="1100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260232" y="6266081"/>
            <a:ext cx="844407" cy="844407"/>
            <a:chOff x="0" y="0"/>
            <a:chExt cx="812800" cy="81280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117" name="TextBox 11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1970344" y="6266081"/>
            <a:ext cx="844407" cy="844407"/>
            <a:chOff x="0" y="0"/>
            <a:chExt cx="812800" cy="812800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120" name="TextBox 120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3162238" y="6266081"/>
            <a:ext cx="844407" cy="844407"/>
            <a:chOff x="0" y="0"/>
            <a:chExt cx="812800" cy="81280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123" name="TextBox 123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5872350" y="6266081"/>
            <a:ext cx="844407" cy="844407"/>
            <a:chOff x="0" y="0"/>
            <a:chExt cx="812800" cy="81280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  <p:sp>
          <p:nvSpPr>
            <p:cNvPr id="126" name="TextBox 12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27" name="TextBox 127"/>
          <p:cNvSpPr txBox="1"/>
          <p:nvPr/>
        </p:nvSpPr>
        <p:spPr>
          <a:xfrm>
            <a:off x="7764027" y="304755"/>
            <a:ext cx="3578721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FA95AE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Scope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1744376" y="3250923"/>
            <a:ext cx="3085374" cy="1777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Introduce AR try-on features for virtual fitting.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9" name="TextBox 129"/>
          <p:cNvSpPr txBox="1"/>
          <p:nvPr/>
        </p:nvSpPr>
        <p:spPr>
          <a:xfrm>
            <a:off x="5649251" y="3250923"/>
            <a:ext cx="3085374" cy="1425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Expand product lines and add exclusive drops for loyal users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0" name="TextBox 130"/>
          <p:cNvSpPr txBox="1"/>
          <p:nvPr/>
        </p:nvSpPr>
        <p:spPr>
          <a:xfrm>
            <a:off x="9554489" y="3250923"/>
            <a:ext cx="3085374" cy="1425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Enhance AI chatbot with advanced styling algorithms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1" name="TextBox 131"/>
          <p:cNvSpPr txBox="1"/>
          <p:nvPr/>
        </p:nvSpPr>
        <p:spPr>
          <a:xfrm>
            <a:off x="13459364" y="3208467"/>
            <a:ext cx="3085374" cy="2130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Scale rewards with tiered loyalty programs and community-driven campaigns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2" name="AutoShape 132"/>
          <p:cNvSpPr/>
          <p:nvPr/>
        </p:nvSpPr>
        <p:spPr>
          <a:xfrm flipV="1">
            <a:off x="7461607" y="1055325"/>
            <a:ext cx="4161069" cy="0"/>
          </a:xfrm>
          <a:prstGeom prst="line">
            <a:avLst/>
          </a:prstGeom>
          <a:ln w="38100" cap="flat">
            <a:gradFill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1534" y="4547774"/>
            <a:ext cx="3086100" cy="1167359"/>
            <a:chOff x="0" y="0"/>
            <a:chExt cx="812800" cy="3074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307453"/>
            </a:xfrm>
            <a:custGeom>
              <a:avLst/>
              <a:gdLst/>
              <a:ahLst/>
              <a:cxnLst/>
              <a:rect l="l" t="t" r="r" b="b"/>
              <a:pathLst>
                <a:path w="812800" h="307453">
                  <a:moveTo>
                    <a:pt x="0" y="0"/>
                  </a:moveTo>
                  <a:lnTo>
                    <a:pt x="812800" y="0"/>
                  </a:lnTo>
                  <a:lnTo>
                    <a:pt x="812800" y="307453"/>
                  </a:lnTo>
                  <a:lnTo>
                    <a:pt x="0" y="307453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12800" cy="383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24504" y="4547774"/>
            <a:ext cx="3086100" cy="1167359"/>
            <a:chOff x="0" y="0"/>
            <a:chExt cx="812800" cy="3074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307453"/>
            </a:xfrm>
            <a:custGeom>
              <a:avLst/>
              <a:gdLst/>
              <a:ahLst/>
              <a:cxnLst/>
              <a:rect l="l" t="t" r="r" b="b"/>
              <a:pathLst>
                <a:path w="812800" h="307453">
                  <a:moveTo>
                    <a:pt x="0" y="0"/>
                  </a:moveTo>
                  <a:lnTo>
                    <a:pt x="812800" y="0"/>
                  </a:lnTo>
                  <a:lnTo>
                    <a:pt x="812800" y="307453"/>
                  </a:lnTo>
                  <a:lnTo>
                    <a:pt x="0" y="307453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812800" cy="383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987561" y="4547774"/>
            <a:ext cx="3086100" cy="1167359"/>
            <a:chOff x="0" y="0"/>
            <a:chExt cx="812800" cy="3074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307453"/>
            </a:xfrm>
            <a:custGeom>
              <a:avLst/>
              <a:gdLst/>
              <a:ahLst/>
              <a:cxnLst/>
              <a:rect l="l" t="t" r="r" b="b"/>
              <a:pathLst>
                <a:path w="812800" h="307453">
                  <a:moveTo>
                    <a:pt x="0" y="0"/>
                  </a:moveTo>
                  <a:lnTo>
                    <a:pt x="812800" y="0"/>
                  </a:lnTo>
                  <a:lnTo>
                    <a:pt x="812800" y="307453"/>
                  </a:lnTo>
                  <a:lnTo>
                    <a:pt x="0" y="307453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812800" cy="383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550036" y="4547774"/>
            <a:ext cx="3086100" cy="1167359"/>
            <a:chOff x="0" y="0"/>
            <a:chExt cx="812800" cy="30745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307453"/>
            </a:xfrm>
            <a:custGeom>
              <a:avLst/>
              <a:gdLst/>
              <a:ahLst/>
              <a:cxnLst/>
              <a:rect l="l" t="t" r="r" b="b"/>
              <a:pathLst>
                <a:path w="812800" h="307453">
                  <a:moveTo>
                    <a:pt x="0" y="0"/>
                  </a:moveTo>
                  <a:lnTo>
                    <a:pt x="812800" y="0"/>
                  </a:lnTo>
                  <a:lnTo>
                    <a:pt x="812800" y="307453"/>
                  </a:lnTo>
                  <a:lnTo>
                    <a:pt x="0" y="307453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812800" cy="383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7979080" y="2887523"/>
            <a:ext cx="2727884" cy="4511954"/>
            <a:chOff x="0" y="0"/>
            <a:chExt cx="491411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91411" cy="812800"/>
            </a:xfrm>
            <a:custGeom>
              <a:avLst/>
              <a:gdLst/>
              <a:ahLst/>
              <a:cxnLst/>
              <a:rect l="l" t="t" r="r" b="b"/>
              <a:pathLst>
                <a:path w="491411" h="812800">
                  <a:moveTo>
                    <a:pt x="141903" y="0"/>
                  </a:moveTo>
                  <a:lnTo>
                    <a:pt x="349508" y="0"/>
                  </a:lnTo>
                  <a:cubicBezTo>
                    <a:pt x="387143" y="0"/>
                    <a:pt x="423237" y="14950"/>
                    <a:pt x="449849" y="41563"/>
                  </a:cubicBezTo>
                  <a:cubicBezTo>
                    <a:pt x="476461" y="68175"/>
                    <a:pt x="491411" y="104268"/>
                    <a:pt x="491411" y="141903"/>
                  </a:cubicBezTo>
                  <a:lnTo>
                    <a:pt x="491411" y="670897"/>
                  </a:lnTo>
                  <a:cubicBezTo>
                    <a:pt x="491411" y="708532"/>
                    <a:pt x="476461" y="744625"/>
                    <a:pt x="449849" y="771237"/>
                  </a:cubicBezTo>
                  <a:cubicBezTo>
                    <a:pt x="423237" y="797850"/>
                    <a:pt x="387143" y="812800"/>
                    <a:pt x="349508" y="812800"/>
                  </a:cubicBezTo>
                  <a:lnTo>
                    <a:pt x="141903" y="812800"/>
                  </a:lnTo>
                  <a:cubicBezTo>
                    <a:pt x="104268" y="812800"/>
                    <a:pt x="68175" y="797850"/>
                    <a:pt x="41563" y="771237"/>
                  </a:cubicBezTo>
                  <a:cubicBezTo>
                    <a:pt x="14950" y="744625"/>
                    <a:pt x="0" y="708532"/>
                    <a:pt x="0" y="670897"/>
                  </a:cubicBezTo>
                  <a:lnTo>
                    <a:pt x="0" y="141903"/>
                  </a:lnTo>
                  <a:cubicBezTo>
                    <a:pt x="0" y="104268"/>
                    <a:pt x="14950" y="68175"/>
                    <a:pt x="41563" y="41563"/>
                  </a:cubicBezTo>
                  <a:cubicBezTo>
                    <a:pt x="68175" y="14950"/>
                    <a:pt x="104268" y="0"/>
                    <a:pt x="14190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ln w="13335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491411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5400000">
            <a:off x="2892282" y="2887523"/>
            <a:ext cx="2727884" cy="4511954"/>
            <a:chOff x="0" y="0"/>
            <a:chExt cx="491411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1411" cy="812800"/>
            </a:xfrm>
            <a:custGeom>
              <a:avLst/>
              <a:gdLst/>
              <a:ahLst/>
              <a:cxnLst/>
              <a:rect l="l" t="t" r="r" b="b"/>
              <a:pathLst>
                <a:path w="491411" h="812800">
                  <a:moveTo>
                    <a:pt x="141903" y="0"/>
                  </a:moveTo>
                  <a:lnTo>
                    <a:pt x="349508" y="0"/>
                  </a:lnTo>
                  <a:cubicBezTo>
                    <a:pt x="387143" y="0"/>
                    <a:pt x="423237" y="14950"/>
                    <a:pt x="449849" y="41563"/>
                  </a:cubicBezTo>
                  <a:cubicBezTo>
                    <a:pt x="476461" y="68175"/>
                    <a:pt x="491411" y="104268"/>
                    <a:pt x="491411" y="141903"/>
                  </a:cubicBezTo>
                  <a:lnTo>
                    <a:pt x="491411" y="670897"/>
                  </a:lnTo>
                  <a:cubicBezTo>
                    <a:pt x="491411" y="708532"/>
                    <a:pt x="476461" y="744625"/>
                    <a:pt x="449849" y="771237"/>
                  </a:cubicBezTo>
                  <a:cubicBezTo>
                    <a:pt x="423237" y="797850"/>
                    <a:pt x="387143" y="812800"/>
                    <a:pt x="349508" y="812800"/>
                  </a:cubicBezTo>
                  <a:lnTo>
                    <a:pt x="141903" y="812800"/>
                  </a:lnTo>
                  <a:cubicBezTo>
                    <a:pt x="104268" y="812800"/>
                    <a:pt x="68175" y="797850"/>
                    <a:pt x="41563" y="771237"/>
                  </a:cubicBezTo>
                  <a:cubicBezTo>
                    <a:pt x="14950" y="744625"/>
                    <a:pt x="0" y="708532"/>
                    <a:pt x="0" y="670897"/>
                  </a:cubicBezTo>
                  <a:lnTo>
                    <a:pt x="0" y="141903"/>
                  </a:lnTo>
                  <a:cubicBezTo>
                    <a:pt x="0" y="104268"/>
                    <a:pt x="14950" y="68175"/>
                    <a:pt x="41563" y="41563"/>
                  </a:cubicBezTo>
                  <a:cubicBezTo>
                    <a:pt x="68175" y="14950"/>
                    <a:pt x="104268" y="0"/>
                    <a:pt x="14190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ln w="13335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491411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5400000">
            <a:off x="13061992" y="2887523"/>
            <a:ext cx="2727884" cy="4511954"/>
            <a:chOff x="0" y="0"/>
            <a:chExt cx="491411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1411" cy="812800"/>
            </a:xfrm>
            <a:custGeom>
              <a:avLst/>
              <a:gdLst/>
              <a:ahLst/>
              <a:cxnLst/>
              <a:rect l="l" t="t" r="r" b="b"/>
              <a:pathLst>
                <a:path w="491411" h="812800">
                  <a:moveTo>
                    <a:pt x="141903" y="0"/>
                  </a:moveTo>
                  <a:lnTo>
                    <a:pt x="349508" y="0"/>
                  </a:lnTo>
                  <a:cubicBezTo>
                    <a:pt x="387143" y="0"/>
                    <a:pt x="423237" y="14950"/>
                    <a:pt x="449849" y="41563"/>
                  </a:cubicBezTo>
                  <a:cubicBezTo>
                    <a:pt x="476461" y="68175"/>
                    <a:pt x="491411" y="104268"/>
                    <a:pt x="491411" y="141903"/>
                  </a:cubicBezTo>
                  <a:lnTo>
                    <a:pt x="491411" y="670897"/>
                  </a:lnTo>
                  <a:cubicBezTo>
                    <a:pt x="491411" y="708532"/>
                    <a:pt x="476461" y="744625"/>
                    <a:pt x="449849" y="771237"/>
                  </a:cubicBezTo>
                  <a:cubicBezTo>
                    <a:pt x="423237" y="797850"/>
                    <a:pt x="387143" y="812800"/>
                    <a:pt x="349508" y="812800"/>
                  </a:cubicBezTo>
                  <a:lnTo>
                    <a:pt x="141903" y="812800"/>
                  </a:lnTo>
                  <a:cubicBezTo>
                    <a:pt x="104268" y="812800"/>
                    <a:pt x="68175" y="797850"/>
                    <a:pt x="41563" y="771237"/>
                  </a:cubicBezTo>
                  <a:cubicBezTo>
                    <a:pt x="14950" y="744625"/>
                    <a:pt x="0" y="708532"/>
                    <a:pt x="0" y="670897"/>
                  </a:cubicBezTo>
                  <a:lnTo>
                    <a:pt x="0" y="141903"/>
                  </a:lnTo>
                  <a:cubicBezTo>
                    <a:pt x="0" y="104268"/>
                    <a:pt x="14950" y="68175"/>
                    <a:pt x="41563" y="41563"/>
                  </a:cubicBezTo>
                  <a:cubicBezTo>
                    <a:pt x="68175" y="14950"/>
                    <a:pt x="104268" y="0"/>
                    <a:pt x="14190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ln w="13335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491411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rot="-2513749">
            <a:off x="15218684" y="7077285"/>
            <a:ext cx="3942727" cy="4114800"/>
          </a:xfrm>
          <a:custGeom>
            <a:avLst/>
            <a:gdLst/>
            <a:ahLst/>
            <a:cxnLst/>
            <a:rect l="l" t="t" r="r" b="b"/>
            <a:pathLst>
              <a:path w="3942727" h="4114800">
                <a:moveTo>
                  <a:pt x="0" y="0"/>
                </a:moveTo>
                <a:lnTo>
                  <a:pt x="3942727" y="0"/>
                </a:lnTo>
                <a:lnTo>
                  <a:pt x="39427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-2364624">
            <a:off x="-364700" y="-738260"/>
            <a:ext cx="2786800" cy="2908425"/>
          </a:xfrm>
          <a:custGeom>
            <a:avLst/>
            <a:gdLst/>
            <a:ahLst/>
            <a:cxnLst/>
            <a:rect l="l" t="t" r="r" b="b"/>
            <a:pathLst>
              <a:path w="2786800" h="2908425">
                <a:moveTo>
                  <a:pt x="0" y="0"/>
                </a:moveTo>
                <a:lnTo>
                  <a:pt x="2786800" y="0"/>
                </a:lnTo>
                <a:lnTo>
                  <a:pt x="2786800" y="2908425"/>
                </a:lnTo>
                <a:lnTo>
                  <a:pt x="0" y="2908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600626" y="2849987"/>
            <a:ext cx="1293940" cy="1293940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ln w="85725" cap="sq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99813" y="2849987"/>
            <a:ext cx="1293940" cy="1293940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ln w="85725" cap="sq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599000" y="2849987"/>
            <a:ext cx="1293940" cy="129394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ln w="85725" cap="sq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606745" y="283518"/>
            <a:ext cx="3099643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FA95AE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397959" y="4077252"/>
            <a:ext cx="3716530" cy="2430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3"/>
              </a:lnSpc>
            </a:pPr>
            <a:r>
              <a:rPr lang="en-US" sz="234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Praso journey was an amazing adventure that taught us to be creative, strong, and focused on our users.</a:t>
            </a:r>
          </a:p>
          <a:p>
            <a:pPr algn="ctr">
              <a:lnSpc>
                <a:spcPts val="3283"/>
              </a:lnSpc>
              <a:spcBef>
                <a:spcPct val="0"/>
              </a:spcBef>
            </a:pPr>
            <a:endParaRPr lang="en-US" sz="234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484757" y="4279175"/>
            <a:ext cx="3716530" cy="2026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3"/>
              </a:lnSpc>
            </a:pPr>
            <a:r>
              <a:rPr lang="en-US" sz="234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 learned how to work as a team, solve problems, and make things users love.</a:t>
            </a:r>
          </a:p>
          <a:p>
            <a:pPr algn="ctr">
              <a:lnSpc>
                <a:spcPts val="3283"/>
              </a:lnSpc>
              <a:spcBef>
                <a:spcPct val="0"/>
              </a:spcBef>
            </a:pPr>
            <a:endParaRPr lang="en-US" sz="234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2567669" y="4481099"/>
            <a:ext cx="3716530" cy="162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3"/>
              </a:lnSpc>
            </a:pPr>
            <a:r>
              <a:rPr lang="en-US" sz="234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 built a fun website that helps Gen Z show their unique style.</a:t>
            </a:r>
          </a:p>
          <a:p>
            <a:pPr algn="ctr">
              <a:lnSpc>
                <a:spcPts val="3283"/>
              </a:lnSpc>
              <a:spcBef>
                <a:spcPct val="0"/>
              </a:spcBef>
            </a:pPr>
            <a:endParaRPr lang="en-US" sz="234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147183" y="3182632"/>
            <a:ext cx="361970" cy="542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084263" y="3182632"/>
            <a:ext cx="400494" cy="542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076975" y="3182632"/>
            <a:ext cx="490694" cy="542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3.</a:t>
            </a:r>
          </a:p>
        </p:txBody>
      </p:sp>
      <p:sp>
        <p:nvSpPr>
          <p:cNvPr id="41" name="AutoShape 132"/>
          <p:cNvSpPr/>
          <p:nvPr/>
        </p:nvSpPr>
        <p:spPr>
          <a:xfrm flipV="1">
            <a:off x="7606745" y="1034088"/>
            <a:ext cx="3380816" cy="0"/>
          </a:xfrm>
          <a:prstGeom prst="line">
            <a:avLst/>
          </a:prstGeom>
          <a:ln w="38100" cap="flat">
            <a:gradFill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57879" y="783176"/>
            <a:ext cx="2401421" cy="2308366"/>
          </a:xfrm>
          <a:custGeom>
            <a:avLst/>
            <a:gdLst/>
            <a:ahLst/>
            <a:cxnLst/>
            <a:rect l="l" t="t" r="r" b="b"/>
            <a:pathLst>
              <a:path w="2401421" h="2308366">
                <a:moveTo>
                  <a:pt x="0" y="0"/>
                </a:moveTo>
                <a:lnTo>
                  <a:pt x="2401421" y="0"/>
                </a:lnTo>
                <a:lnTo>
                  <a:pt x="2401421" y="2308367"/>
                </a:lnTo>
                <a:lnTo>
                  <a:pt x="0" y="2308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64549" y="2056021"/>
            <a:ext cx="1794040" cy="2071042"/>
          </a:xfrm>
          <a:custGeom>
            <a:avLst/>
            <a:gdLst/>
            <a:ahLst/>
            <a:cxnLst/>
            <a:rect l="l" t="t" r="r" b="b"/>
            <a:pathLst>
              <a:path w="1794040" h="2071042">
                <a:moveTo>
                  <a:pt x="0" y="0"/>
                </a:moveTo>
                <a:lnTo>
                  <a:pt x="1794040" y="0"/>
                </a:lnTo>
                <a:lnTo>
                  <a:pt x="1794040" y="2071043"/>
                </a:lnTo>
                <a:lnTo>
                  <a:pt x="0" y="20710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22348" y="945734"/>
            <a:ext cx="2495244" cy="1993076"/>
          </a:xfrm>
          <a:custGeom>
            <a:avLst/>
            <a:gdLst/>
            <a:ahLst/>
            <a:cxnLst/>
            <a:rect l="l" t="t" r="r" b="b"/>
            <a:pathLst>
              <a:path w="2495244" h="1993076">
                <a:moveTo>
                  <a:pt x="0" y="0"/>
                </a:moveTo>
                <a:lnTo>
                  <a:pt x="2495244" y="0"/>
                </a:lnTo>
                <a:lnTo>
                  <a:pt x="2495244" y="1993077"/>
                </a:lnTo>
                <a:lnTo>
                  <a:pt x="0" y="1993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475060">
            <a:off x="1752737" y="1972115"/>
            <a:ext cx="2129711" cy="2238855"/>
          </a:xfrm>
          <a:custGeom>
            <a:avLst/>
            <a:gdLst/>
            <a:ahLst/>
            <a:cxnLst/>
            <a:rect l="l" t="t" r="r" b="b"/>
            <a:pathLst>
              <a:path w="2129711" h="2238855">
                <a:moveTo>
                  <a:pt x="0" y="0"/>
                </a:moveTo>
                <a:lnTo>
                  <a:pt x="2129710" y="0"/>
                </a:lnTo>
                <a:lnTo>
                  <a:pt x="2129710" y="2238855"/>
                </a:lnTo>
                <a:lnTo>
                  <a:pt x="0" y="22388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425571" y="4635282"/>
            <a:ext cx="6851142" cy="8229600"/>
          </a:xfrm>
          <a:custGeom>
            <a:avLst/>
            <a:gdLst/>
            <a:ahLst/>
            <a:cxnLst/>
            <a:rect l="l" t="t" r="r" b="b"/>
            <a:pathLst>
              <a:path w="6851142" h="8229600">
                <a:moveTo>
                  <a:pt x="0" y="0"/>
                </a:moveTo>
                <a:lnTo>
                  <a:pt x="6851142" y="0"/>
                </a:lnTo>
                <a:lnTo>
                  <a:pt x="685114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29994" y="4112081"/>
            <a:ext cx="8628013" cy="178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75"/>
              </a:lnSpc>
              <a:spcBef>
                <a:spcPct val="0"/>
              </a:spcBef>
            </a:pPr>
            <a:r>
              <a:rPr lang="en-US" sz="9910" b="1">
                <a:solidFill>
                  <a:srgbClr val="FA95AE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:)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13833729" y="5898694"/>
            <a:ext cx="6851142" cy="8229600"/>
          </a:xfrm>
          <a:custGeom>
            <a:avLst/>
            <a:gdLst/>
            <a:ahLst/>
            <a:cxnLst/>
            <a:rect l="l" t="t" r="r" b="b"/>
            <a:pathLst>
              <a:path w="6851142" h="8229600">
                <a:moveTo>
                  <a:pt x="6851142" y="0"/>
                </a:moveTo>
                <a:lnTo>
                  <a:pt x="0" y="0"/>
                </a:lnTo>
                <a:lnTo>
                  <a:pt x="0" y="8229600"/>
                </a:lnTo>
                <a:lnTo>
                  <a:pt x="6851142" y="8229600"/>
                </a:lnTo>
                <a:lnTo>
                  <a:pt x="6851142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469</Words>
  <Application>Microsoft Office PowerPoint</Application>
  <PresentationFormat>Custom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Poppins Heavy</vt:lpstr>
      <vt:lpstr>Poppins Ultra-Bold</vt:lpstr>
      <vt:lpstr>Calibri</vt:lpstr>
      <vt:lpstr>Poppins</vt:lpstr>
      <vt:lpstr>Inter Heavy</vt:lpstr>
      <vt:lpstr>Arial</vt:lpstr>
      <vt:lpstr>Poppins Semi-Bold</vt:lpstr>
      <vt:lpstr>Raleway Light</vt:lpstr>
      <vt:lpstr>Poppins Light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Praso Clothing Presentation</dc:title>
  <cp:lastModifiedBy>JAY PATEL - 57480220108</cp:lastModifiedBy>
  <cp:revision>3</cp:revision>
  <dcterms:created xsi:type="dcterms:W3CDTF">2006-08-16T00:00:00Z</dcterms:created>
  <dcterms:modified xsi:type="dcterms:W3CDTF">2025-04-20T18:25:56Z</dcterms:modified>
  <dc:identifier>DAGlHDvnLhM</dc:identifier>
</cp:coreProperties>
</file>
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Anton"/>
      <p:regular r:id="rId15"/>
    </p:embeddedFont>
    <p:embeddedFont>
      <p:font typeface="Anton"/>
      <p:regular r:id="rId16"/>
    </p:embeddedFont>
    <p:embeddedFont>
      <p:font typeface="Fira Sans"/>
      <p:regular r:id="rId17"/>
    </p:embeddedFont>
    <p:embeddedFont>
      <p:font typeface="Fira Sans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840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45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Empowering Individuality with Praso Clothing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4180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Praso Clothing is a Gen Z brand celebrating bold, unique fashion. Our e-commerce platform empowers self-expression with personalized shopping, AI chatbot, and engaging features. Inspired at a grand fashion show, we make fashion a platform for individuality.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6654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673090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648563"/>
            <a:ext cx="143672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spc="-36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by Jay Patel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45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Lessons That Shaped Us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Technical Growth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Mastered HTML, CSS, and JavaScript. Integrated AI chatbots and countdown timers.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Focus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Designed intuitive, Gen Z-friendly interfaces. Learned the value of gamified rewards.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054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45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Spark of Inspiration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095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Origin Story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799999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Born at a Clique Entertainment fashion show, inspired by individuality.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3095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10908983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Mission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08983" y="3799999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Empower users to shine with bold designs and engaging experiences.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37067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370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Impact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86109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Resonates with Gen Z, celebrating self-expression.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6151"/>
            <a:ext cx="5895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45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Navigating the Roadblocks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685092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1911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Technical Hurdles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240232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chatbot integration and mobile responsiveness were challenging.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218855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Design Balance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Blending vibrant aesthetics with usability required iteration.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526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Time Pressure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Delivering features like cart and rewards under tight deadlines.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286381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14" name="Text 11"/>
          <p:cNvSpPr/>
          <p:nvPr/>
        </p:nvSpPr>
        <p:spPr>
          <a:xfrm>
            <a:off x="1020604" y="6513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Engagement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0604" y="700361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Making rewards exciting but not overwhelming.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58585"/>
            <a:ext cx="73983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45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Turning Challenges into Triumphs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107525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901315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Technical Solutions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391733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Used frameworks and testing for smooth integration.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304" y="210752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2901315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Design Iteration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3391733"/>
            <a:ext cx="22920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Refined style and function with user feedback.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538" y="2107525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2901315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Agile Process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3391733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Adopted sprints for efficient task management.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160883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5954673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Engagement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80190" y="6445091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Streamlined rewards with clear visuals.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45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Sets Praso Apart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Home Page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Hero section, countdown, and AI chatbot.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5633" y="335399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spc="-18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Shop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Curated Men and Women sections for easy browsing.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75201" y="335399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spc="-18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About Us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Founders’ story, reviews, and trust-building content.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5201" y="5613559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spc="-18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Rewards &amp; Contact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Daily bonuses, discounts, and responsive support.</a:t>
            </a:r>
            <a:endParaRPr lang="en-US" sz="1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5633" y="5613559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spc="-18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6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45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Crafting with Code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35341" y="1685092"/>
            <a:ext cx="30480" cy="5908238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5" name="Shape 2"/>
          <p:cNvSpPr/>
          <p:nvPr/>
        </p:nvSpPr>
        <p:spPr>
          <a:xfrm>
            <a:off x="6760012" y="218015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19402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6365260" y="19827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27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669411" y="1911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Frontend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69411" y="240232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HTML, CSS, and JavaScript for structure and style.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760012" y="3713917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11" name="Shape 8"/>
          <p:cNvSpPr/>
          <p:nvPr/>
        </p:nvSpPr>
        <p:spPr>
          <a:xfrm>
            <a:off x="6280190" y="34740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6365260" y="351651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27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669411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Dynamic Features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69411" y="3936087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Countdowns, real-time cart, and AI chatbot.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760012" y="5247680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0190" y="50077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6365260" y="50502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27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669411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Responsiveness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669411" y="5469850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Seamless on desktop, tablet, and mobile.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6760012" y="678144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0190" y="65415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22" name="Text 19"/>
          <p:cNvSpPr/>
          <p:nvPr/>
        </p:nvSpPr>
        <p:spPr>
          <a:xfrm>
            <a:off x="6365260" y="658403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27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0"/>
          <p:cNvSpPr/>
          <p:nvPr/>
        </p:nvSpPr>
        <p:spPr>
          <a:xfrm>
            <a:off x="7669411" y="6513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Modular Design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669411" y="7003613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Scalable code for future features.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328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136" y="3090029"/>
            <a:ext cx="5252204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spc="-40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 &amp; Future Scope</a:t>
            </a:r>
            <a:endParaRPr lang="en-US" sz="3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spc="-20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Reflecting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spc="-3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Praso journey blended creativity, skill, and resilience.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spc="-20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Looking Ahead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spc="-3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Plan to add AR try-on, expand products, and enhance AI chatbot.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spc="-20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Community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spc="-3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Scale rewards and foster user-driven campaigns.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2025-04-20T15:52:27Z</dcterms:created>
  <dcterms:modified xsi:type="dcterms:W3CDTF">2025-04-20T15:52:27Z</dcterms:modified>
</cp:coreProperties>
</file>